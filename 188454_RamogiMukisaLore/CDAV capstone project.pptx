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Caveat"/>
      <p:regular r:id="rId21"/>
      <p:bold r:id="rId22"/>
    </p:embeddedFont>
    <p:embeddedFont>
      <p:font typeface="Lato"/>
      <p:regular r:id="rId23"/>
      <p:bold r:id="rId24"/>
      <p:italic r:id="rId25"/>
      <p:boldItalic r:id="rId26"/>
    </p:embeddedFont>
    <p:embeddedFont>
      <p:font typeface="Noto Sans Symbols"/>
      <p:regular r:id="rId27"/>
      <p:bold r:id="rId28"/>
    </p:embeddedFont>
    <p:embeddedFont>
      <p:font typeface="Epilogue"/>
      <p:regular r:id="rId29"/>
      <p:bold r:id="rId30"/>
      <p:italic r:id="rId31"/>
      <p:boldItalic r:id="rId32"/>
    </p:embeddedFont>
    <p:embeddedFont>
      <p:font typeface="Open Sa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2676">
          <p15:clr>
            <a:srgbClr val="747775"/>
          </p15:clr>
        </p15:guide>
        <p15:guide id="2" orient="horz" pos="162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676"/>
        <p:guide pos="1620"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Caveat-bold.fntdata"/><Relationship Id="rId21" Type="http://schemas.openxmlformats.org/officeDocument/2006/relationships/font" Target="fonts/Caveat-regular.fntdata"/><Relationship Id="rId24" Type="http://schemas.openxmlformats.org/officeDocument/2006/relationships/font" Target="fonts/Lato-bold.fntdata"/><Relationship Id="rId23" Type="http://schemas.openxmlformats.org/officeDocument/2006/relationships/font" Target="fonts/La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Italic.fntdata"/><Relationship Id="rId25" Type="http://schemas.openxmlformats.org/officeDocument/2006/relationships/font" Target="fonts/Lato-italic.fntdata"/><Relationship Id="rId28" Type="http://schemas.openxmlformats.org/officeDocument/2006/relationships/font" Target="fonts/NotoSansSymbols-bold.fntdata"/><Relationship Id="rId27" Type="http://schemas.openxmlformats.org/officeDocument/2006/relationships/font" Target="fonts/NotoSansSymbols-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Epilogue-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Epilogue-italic.fntdata"/><Relationship Id="rId30" Type="http://schemas.openxmlformats.org/officeDocument/2006/relationships/font" Target="fonts/Epilogue-bold.fntdata"/><Relationship Id="rId11" Type="http://schemas.openxmlformats.org/officeDocument/2006/relationships/slide" Target="slides/slide6.xml"/><Relationship Id="rId33" Type="http://schemas.openxmlformats.org/officeDocument/2006/relationships/font" Target="fonts/OpenSans-regular.fntdata"/><Relationship Id="rId10" Type="http://schemas.openxmlformats.org/officeDocument/2006/relationships/slide" Target="slides/slide5.xml"/><Relationship Id="rId32" Type="http://schemas.openxmlformats.org/officeDocument/2006/relationships/font" Target="fonts/Epilogue-boldItalic.fntdata"/><Relationship Id="rId13" Type="http://schemas.openxmlformats.org/officeDocument/2006/relationships/slide" Target="slides/slide8.xml"/><Relationship Id="rId35" Type="http://schemas.openxmlformats.org/officeDocument/2006/relationships/font" Target="fonts/OpenSans-italic.fntdata"/><Relationship Id="rId12" Type="http://schemas.openxmlformats.org/officeDocument/2006/relationships/slide" Target="slides/slide7.xml"/><Relationship Id="rId34" Type="http://schemas.openxmlformats.org/officeDocument/2006/relationships/font" Target="fonts/OpenSans-bold.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OpenSans-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8b96aec13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g38b96aec131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8b96aec131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g38b96aec131_1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8b96aec131_16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g38b96aec131_16_1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8b96aec131_16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g38b96aec131_16_1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8b96aec131_16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g38b96aec131_16_1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8b96aec131_16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g38b96aec131_16_1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8b96aec131_16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g38b96aec131_16_1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8b96aec131_16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g38b96aec131_16_1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8b96aec131_16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g38b96aec131_16_2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8b96aec131_16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g38b96aec131_16_2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8b96aec131_16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g38b96aec131_16_2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8b96aec131_16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g38b96aec131_16_2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lt1"/>
        </a:solidFill>
      </p:bgPr>
    </p:bg>
    <p:spTree>
      <p:nvGrpSpPr>
        <p:cNvPr id="6" name="Shape 6"/>
        <p:cNvGrpSpPr/>
        <p:nvPr/>
      </p:nvGrpSpPr>
      <p:grpSpPr>
        <a:xfrm>
          <a:off x="0" y="0"/>
          <a:ext cx="0" cy="0"/>
          <a:chOff x="0" y="0"/>
          <a:chExt cx="0" cy="0"/>
        </a:xfrm>
      </p:grpSpPr>
      <p:sp>
        <p:nvSpPr>
          <p:cNvPr id="7" name="Google Shape;7;p2"/>
          <p:cNvSpPr txBox="1"/>
          <p:nvPr>
            <p:ph type="title"/>
          </p:nvPr>
        </p:nvSpPr>
        <p:spPr>
          <a:xfrm>
            <a:off x="713160" y="1144440"/>
            <a:ext cx="4111920" cy="237852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p2"/>
          <p:cNvSpPr/>
          <p:nvPr/>
        </p:nvSpPr>
        <p:spPr>
          <a:xfrm rot="10800000">
            <a:off x="-1604160" y="-844560"/>
            <a:ext cx="3281040" cy="2132280"/>
          </a:xfrm>
          <a:custGeom>
            <a:rect b="b" l="l" r="r" t="t"/>
            <a:pathLst>
              <a:path extrusionOk="0" h="30330" w="38869">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9" name="Google Shape;9;p2"/>
          <p:cNvSpPr/>
          <p:nvPr/>
        </p:nvSpPr>
        <p:spPr>
          <a:xfrm flipH="1" rot="-9900000">
            <a:off x="-1514520" y="4121280"/>
            <a:ext cx="3953160" cy="1921320"/>
          </a:xfrm>
          <a:custGeom>
            <a:rect b="b" l="l" r="r" t="t"/>
            <a:pathLst>
              <a:path extrusionOk="0" h="31790" w="39315">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0" name="Google Shape;10;p2"/>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bg>
      <p:bgPr>
        <a:solidFill>
          <a:schemeClr val="lt1"/>
        </a:solidFill>
      </p:bgPr>
    </p:bg>
    <p:spTree>
      <p:nvGrpSpPr>
        <p:cNvPr id="11" name="Shape 11"/>
        <p:cNvGrpSpPr/>
        <p:nvPr/>
      </p:nvGrpSpPr>
      <p:grpSpPr>
        <a:xfrm>
          <a:off x="0" y="0"/>
          <a:ext cx="0" cy="0"/>
          <a:chOff x="0" y="0"/>
          <a:chExt cx="0" cy="0"/>
        </a:xfrm>
      </p:grpSpPr>
      <p:sp>
        <p:nvSpPr>
          <p:cNvPr id="12" name="Google Shape;12;p3"/>
          <p:cNvSpPr txBox="1"/>
          <p:nvPr>
            <p:ph type="title"/>
          </p:nvPr>
        </p:nvSpPr>
        <p:spPr>
          <a:xfrm>
            <a:off x="720000" y="44496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3" name="Google Shape;13;p3"/>
          <p:cNvSpPr/>
          <p:nvPr/>
        </p:nvSpPr>
        <p:spPr>
          <a:xfrm rot="-9076800">
            <a:off x="85680" y="-754920"/>
            <a:ext cx="1683360" cy="1313640"/>
          </a:xfrm>
          <a:custGeom>
            <a:rect b="b" l="l" r="r" t="t"/>
            <a:pathLst>
              <a:path extrusionOk="0" h="30330" w="38869">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nvGrpSpPr>
          <p:cNvPr id="14" name="Google Shape;14;p3"/>
          <p:cNvGrpSpPr/>
          <p:nvPr/>
        </p:nvGrpSpPr>
        <p:grpSpPr>
          <a:xfrm>
            <a:off x="6779160" y="192960"/>
            <a:ext cx="2107800" cy="297000"/>
            <a:chOff x="6779160" y="192960"/>
            <a:chExt cx="2107800" cy="297000"/>
          </a:xfrm>
        </p:grpSpPr>
        <p:sp>
          <p:nvSpPr>
            <p:cNvPr id="15" name="Google Shape;15;p3"/>
            <p:cNvSpPr/>
            <p:nvPr/>
          </p:nvSpPr>
          <p:spPr>
            <a:xfrm>
              <a:off x="6779160" y="192960"/>
              <a:ext cx="2107800" cy="297000"/>
            </a:xfrm>
            <a:custGeom>
              <a:rect b="b" l="l" r="r" t="t"/>
              <a:pathLst>
                <a:path extrusionOk="0" h="230504" w="1633727">
                  <a:moveTo>
                    <a:pt x="1518476" y="0"/>
                  </a:moveTo>
                  <a:cubicBezTo>
                    <a:pt x="1582128" y="0"/>
                    <a:pt x="1633728" y="51600"/>
                    <a:pt x="1633728" y="115253"/>
                  </a:cubicBezTo>
                  <a:lnTo>
                    <a:pt x="1633728" y="115253"/>
                  </a:lnTo>
                  <a:cubicBezTo>
                    <a:pt x="1633728" y="178905"/>
                    <a:pt x="1582128" y="230505"/>
                    <a:pt x="1518476" y="230505"/>
                  </a:cubicBezTo>
                  <a:lnTo>
                    <a:pt x="115252" y="230505"/>
                  </a:lnTo>
                  <a:cubicBezTo>
                    <a:pt x="51601" y="230505"/>
                    <a:pt x="0" y="178905"/>
                    <a:pt x="0" y="115253"/>
                  </a:cubicBezTo>
                  <a:lnTo>
                    <a:pt x="0" y="115253"/>
                  </a:lnTo>
                  <a:cubicBezTo>
                    <a:pt x="0" y="51600"/>
                    <a:pt x="51601" y="0"/>
                    <a:pt x="115252"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6" name="Google Shape;16;p3"/>
            <p:cNvSpPr/>
            <p:nvPr/>
          </p:nvSpPr>
          <p:spPr>
            <a:xfrm>
              <a:off x="8611920" y="227160"/>
              <a:ext cx="214560" cy="213480"/>
            </a:xfrm>
            <a:custGeom>
              <a:rect b="b" l="l" r="r" t="t"/>
              <a:pathLst>
                <a:path extrusionOk="0" h="165854" w="166485">
                  <a:moveTo>
                    <a:pt x="161532" y="137469"/>
                  </a:moveTo>
                  <a:lnTo>
                    <a:pt x="120003" y="95941"/>
                  </a:lnTo>
                  <a:lnTo>
                    <a:pt x="113336" y="102608"/>
                  </a:lnTo>
                  <a:lnTo>
                    <a:pt x="105811" y="95083"/>
                  </a:lnTo>
                  <a:cubicBezTo>
                    <a:pt x="123622" y="71842"/>
                    <a:pt x="122194" y="38600"/>
                    <a:pt x="100953" y="17359"/>
                  </a:cubicBezTo>
                  <a:cubicBezTo>
                    <a:pt x="77807" y="-5786"/>
                    <a:pt x="40374" y="-5786"/>
                    <a:pt x="17324" y="17359"/>
                  </a:cubicBezTo>
                  <a:cubicBezTo>
                    <a:pt x="-5727" y="40505"/>
                    <a:pt x="-5822" y="77938"/>
                    <a:pt x="17324" y="100989"/>
                  </a:cubicBezTo>
                  <a:cubicBezTo>
                    <a:pt x="38850" y="122515"/>
                    <a:pt x="72568" y="123754"/>
                    <a:pt x="95809" y="105275"/>
                  </a:cubicBezTo>
                  <a:lnTo>
                    <a:pt x="103334" y="112800"/>
                  </a:lnTo>
                  <a:lnTo>
                    <a:pt x="96667" y="119467"/>
                  </a:lnTo>
                  <a:lnTo>
                    <a:pt x="138196" y="160996"/>
                  </a:lnTo>
                  <a:cubicBezTo>
                    <a:pt x="144673" y="167473"/>
                    <a:pt x="155150" y="167473"/>
                    <a:pt x="161627" y="160996"/>
                  </a:cubicBezTo>
                  <a:lnTo>
                    <a:pt x="161627" y="160996"/>
                  </a:lnTo>
                  <a:cubicBezTo>
                    <a:pt x="168104" y="154519"/>
                    <a:pt x="168104" y="144042"/>
                    <a:pt x="161627" y="137565"/>
                  </a:cubicBezTo>
                  <a:close/>
                  <a:moveTo>
                    <a:pt x="59138" y="102513"/>
                  </a:moveTo>
                  <a:cubicBezTo>
                    <a:pt x="54471" y="102513"/>
                    <a:pt x="49899" y="101751"/>
                    <a:pt x="45612" y="100417"/>
                  </a:cubicBezTo>
                  <a:cubicBezTo>
                    <a:pt x="33611" y="96512"/>
                    <a:pt x="23896" y="87463"/>
                    <a:pt x="19133" y="75938"/>
                  </a:cubicBezTo>
                  <a:cubicBezTo>
                    <a:pt x="16942" y="70794"/>
                    <a:pt x="15799" y="65175"/>
                    <a:pt x="15799" y="59269"/>
                  </a:cubicBezTo>
                  <a:cubicBezTo>
                    <a:pt x="15799" y="35361"/>
                    <a:pt x="35231" y="15931"/>
                    <a:pt x="59138" y="15931"/>
                  </a:cubicBezTo>
                  <a:cubicBezTo>
                    <a:pt x="65044" y="15931"/>
                    <a:pt x="70663" y="17074"/>
                    <a:pt x="75807" y="19264"/>
                  </a:cubicBezTo>
                  <a:cubicBezTo>
                    <a:pt x="87332" y="24122"/>
                    <a:pt x="96381" y="33742"/>
                    <a:pt x="100286" y="45744"/>
                  </a:cubicBezTo>
                  <a:cubicBezTo>
                    <a:pt x="101715" y="50030"/>
                    <a:pt x="102382" y="54507"/>
                    <a:pt x="102382" y="59269"/>
                  </a:cubicBezTo>
                  <a:cubicBezTo>
                    <a:pt x="102382" y="83177"/>
                    <a:pt x="83046" y="102513"/>
                    <a:pt x="59138" y="10251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7" name="Google Shape;17;p3"/>
            <p:cNvSpPr/>
            <p:nvPr/>
          </p:nvSpPr>
          <p:spPr>
            <a:xfrm>
              <a:off x="8543160" y="224280"/>
              <a:ext cx="9360" cy="224640"/>
            </a:xfrm>
            <a:custGeom>
              <a:rect b="b" l="l" r="r" t="t"/>
              <a:pathLst>
                <a:path extrusionOk="0" h="174307" w="7620">
                  <a:moveTo>
                    <a:pt x="3810" y="174308"/>
                  </a:moveTo>
                  <a:lnTo>
                    <a:pt x="3810" y="174308"/>
                  </a:lnTo>
                  <a:cubicBezTo>
                    <a:pt x="1714" y="174308"/>
                    <a:pt x="0" y="172593"/>
                    <a:pt x="0" y="170497"/>
                  </a:cubicBezTo>
                  <a:lnTo>
                    <a:pt x="0" y="3810"/>
                  </a:lnTo>
                  <a:cubicBezTo>
                    <a:pt x="0" y="1714"/>
                    <a:pt x="1714" y="0"/>
                    <a:pt x="3810" y="0"/>
                  </a:cubicBezTo>
                  <a:lnTo>
                    <a:pt x="3810" y="0"/>
                  </a:lnTo>
                  <a:cubicBezTo>
                    <a:pt x="5905" y="0"/>
                    <a:pt x="7620" y="1714"/>
                    <a:pt x="7620" y="3810"/>
                  </a:cubicBezTo>
                  <a:lnTo>
                    <a:pt x="7620" y="170497"/>
                  </a:lnTo>
                  <a:cubicBezTo>
                    <a:pt x="7620" y="172593"/>
                    <a:pt x="5905" y="174308"/>
                    <a:pt x="3810" y="17430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sp>
        <p:nvSpPr>
          <p:cNvPr id="18" name="Google Shape;18;p3"/>
          <p:cNvSpPr/>
          <p:nvPr/>
        </p:nvSpPr>
        <p:spPr>
          <a:xfrm flipH="1" rot="532800">
            <a:off x="-513720" y="4385160"/>
            <a:ext cx="1514520" cy="1224720"/>
          </a:xfrm>
          <a:custGeom>
            <a:rect b="b" l="l" r="r" t="t"/>
            <a:pathLst>
              <a:path extrusionOk="0" h="31790" w="39315">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nvGrpSpPr>
          <p:cNvPr id="19" name="Google Shape;19;p3"/>
          <p:cNvGrpSpPr/>
          <p:nvPr/>
        </p:nvGrpSpPr>
        <p:grpSpPr>
          <a:xfrm>
            <a:off x="-148680" y="4544280"/>
            <a:ext cx="783720" cy="583920"/>
            <a:chOff x="-148680" y="4544280"/>
            <a:chExt cx="783720" cy="583920"/>
          </a:xfrm>
        </p:grpSpPr>
        <p:grpSp>
          <p:nvGrpSpPr>
            <p:cNvPr id="20" name="Google Shape;20;p3"/>
            <p:cNvGrpSpPr/>
            <p:nvPr/>
          </p:nvGrpSpPr>
          <p:grpSpPr>
            <a:xfrm>
              <a:off x="-148680" y="4544280"/>
              <a:ext cx="783720" cy="583920"/>
              <a:chOff x="-148680" y="4544280"/>
              <a:chExt cx="783720" cy="583920"/>
            </a:xfrm>
          </p:grpSpPr>
          <p:sp>
            <p:nvSpPr>
              <p:cNvPr id="21" name="Google Shape;21;p3"/>
              <p:cNvSpPr/>
              <p:nvPr/>
            </p:nvSpPr>
            <p:spPr>
              <a:xfrm>
                <a:off x="25920" y="4544280"/>
                <a:ext cx="609120" cy="409680"/>
              </a:xfrm>
              <a:custGeom>
                <a:rect b="b" l="l" r="r" t="t"/>
                <a:pathLst>
                  <a:path extrusionOk="0" h="299466" w="445389">
                    <a:moveTo>
                      <a:pt x="139065" y="7620"/>
                    </a:moveTo>
                    <a:lnTo>
                      <a:pt x="173355" y="41910"/>
                    </a:lnTo>
                    <a:cubicBezTo>
                      <a:pt x="178308" y="46863"/>
                      <a:pt x="185071" y="49721"/>
                      <a:pt x="192119" y="49721"/>
                    </a:cubicBezTo>
                    <a:lnTo>
                      <a:pt x="418910" y="49721"/>
                    </a:lnTo>
                    <a:cubicBezTo>
                      <a:pt x="433578" y="49721"/>
                      <a:pt x="445389" y="61627"/>
                      <a:pt x="445389" y="76200"/>
                    </a:cubicBezTo>
                    <a:lnTo>
                      <a:pt x="445389" y="272987"/>
                    </a:lnTo>
                    <a:cubicBezTo>
                      <a:pt x="445389" y="287655"/>
                      <a:pt x="433483" y="299466"/>
                      <a:pt x="418910"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2" name="Google Shape;22;p3"/>
              <p:cNvSpPr/>
              <p:nvPr/>
            </p:nvSpPr>
            <p:spPr>
              <a:xfrm>
                <a:off x="-61560" y="4631400"/>
                <a:ext cx="609120" cy="409680"/>
              </a:xfrm>
              <a:custGeom>
                <a:rect b="b" l="l" r="r" t="t"/>
                <a:pathLst>
                  <a:path extrusionOk="0" h="299465" w="445389">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6"/>
                    </a:lnTo>
                    <a:cubicBezTo>
                      <a:pt x="445389" y="287655"/>
                      <a:pt x="433483" y="299466"/>
                      <a:pt x="418909" y="299466"/>
                    </a:cubicBezTo>
                    <a:lnTo>
                      <a:pt x="26480" y="299466"/>
                    </a:lnTo>
                    <a:cubicBezTo>
                      <a:pt x="11811" y="299466"/>
                      <a:pt x="0" y="287560"/>
                      <a:pt x="0" y="272986"/>
                    </a:cubicBezTo>
                    <a:lnTo>
                      <a:pt x="0" y="26479"/>
                    </a:lnTo>
                    <a:cubicBezTo>
                      <a:pt x="0" y="11811"/>
                      <a:pt x="11906" y="0"/>
                      <a:pt x="26480" y="0"/>
                    </a:cubicBezTo>
                    <a:lnTo>
                      <a:pt x="120396" y="0"/>
                    </a:lnTo>
                    <a:cubicBezTo>
                      <a:pt x="127445" y="0"/>
                      <a:pt x="134207" y="2762"/>
                      <a:pt x="139160" y="7715"/>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3" name="Google Shape;23;p3"/>
              <p:cNvSpPr/>
              <p:nvPr/>
            </p:nvSpPr>
            <p:spPr>
              <a:xfrm>
                <a:off x="-148680" y="4718520"/>
                <a:ext cx="609120" cy="409680"/>
              </a:xfrm>
              <a:custGeom>
                <a:rect b="b" l="l" r="r" t="t"/>
                <a:pathLst>
                  <a:path extrusionOk="0" h="299466" w="445389">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7"/>
                    </a:lnTo>
                    <a:cubicBezTo>
                      <a:pt x="445389" y="287655"/>
                      <a:pt x="433483" y="299466"/>
                      <a:pt x="418909"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24" name="Google Shape;24;p3"/>
            <p:cNvSpPr/>
            <p:nvPr/>
          </p:nvSpPr>
          <p:spPr>
            <a:xfrm>
              <a:off x="1080" y="4886280"/>
              <a:ext cx="304920" cy="139320"/>
            </a:xfrm>
            <a:custGeom>
              <a:rect b="b" l="l" r="r" t="t"/>
              <a:pathLst>
                <a:path extrusionOk="0" h="101917" w="222980">
                  <a:moveTo>
                    <a:pt x="25051" y="45529"/>
                  </a:moveTo>
                  <a:lnTo>
                    <a:pt x="0" y="45529"/>
                  </a:lnTo>
                  <a:lnTo>
                    <a:pt x="0" y="56388"/>
                  </a:lnTo>
                  <a:lnTo>
                    <a:pt x="25051" y="56388"/>
                  </a:lnTo>
                  <a:lnTo>
                    <a:pt x="25051" y="45529"/>
                  </a:lnTo>
                  <a:close/>
                  <a:moveTo>
                    <a:pt x="115538" y="79153"/>
                  </a:moveTo>
                  <a:lnTo>
                    <a:pt x="184023" y="79153"/>
                  </a:lnTo>
                  <a:lnTo>
                    <a:pt x="184023" y="68294"/>
                  </a:lnTo>
                  <a:lnTo>
                    <a:pt x="115538" y="68294"/>
                  </a:lnTo>
                  <a:lnTo>
                    <a:pt x="115538" y="79153"/>
                  </a:lnTo>
                  <a:close/>
                  <a:moveTo>
                    <a:pt x="32766" y="56388"/>
                  </a:moveTo>
                  <a:lnTo>
                    <a:pt x="129730" y="56388"/>
                  </a:lnTo>
                  <a:lnTo>
                    <a:pt x="129730" y="45529"/>
                  </a:lnTo>
                  <a:lnTo>
                    <a:pt x="32766" y="45529"/>
                  </a:lnTo>
                  <a:lnTo>
                    <a:pt x="32766" y="56388"/>
                  </a:lnTo>
                  <a:close/>
                  <a:moveTo>
                    <a:pt x="184023" y="0"/>
                  </a:moveTo>
                  <a:lnTo>
                    <a:pt x="23908" y="0"/>
                  </a:lnTo>
                  <a:lnTo>
                    <a:pt x="23908" y="10858"/>
                  </a:lnTo>
                  <a:lnTo>
                    <a:pt x="184023" y="10858"/>
                  </a:lnTo>
                  <a:lnTo>
                    <a:pt x="184023" y="0"/>
                  </a:lnTo>
                  <a:close/>
                  <a:moveTo>
                    <a:pt x="47815" y="22765"/>
                  </a:moveTo>
                  <a:lnTo>
                    <a:pt x="0" y="22765"/>
                  </a:lnTo>
                  <a:lnTo>
                    <a:pt x="0" y="33623"/>
                  </a:lnTo>
                  <a:lnTo>
                    <a:pt x="47815" y="33623"/>
                  </a:lnTo>
                  <a:lnTo>
                    <a:pt x="47815" y="22765"/>
                  </a:lnTo>
                  <a:close/>
                  <a:moveTo>
                    <a:pt x="102584" y="68294"/>
                  </a:moveTo>
                  <a:lnTo>
                    <a:pt x="0" y="68294"/>
                  </a:lnTo>
                  <a:lnTo>
                    <a:pt x="0" y="79153"/>
                  </a:lnTo>
                  <a:lnTo>
                    <a:pt x="102584" y="79153"/>
                  </a:lnTo>
                  <a:lnTo>
                    <a:pt x="102584" y="68294"/>
                  </a:lnTo>
                  <a:close/>
                  <a:moveTo>
                    <a:pt x="146875" y="101918"/>
                  </a:moveTo>
                  <a:lnTo>
                    <a:pt x="195644" y="101918"/>
                  </a:lnTo>
                  <a:lnTo>
                    <a:pt x="195644" y="91059"/>
                  </a:lnTo>
                  <a:lnTo>
                    <a:pt x="146875" y="91059"/>
                  </a:lnTo>
                  <a:lnTo>
                    <a:pt x="146875" y="101918"/>
                  </a:lnTo>
                  <a:close/>
                  <a:moveTo>
                    <a:pt x="0" y="101918"/>
                  </a:moveTo>
                  <a:lnTo>
                    <a:pt x="62198" y="101918"/>
                  </a:lnTo>
                  <a:lnTo>
                    <a:pt x="62198" y="91059"/>
                  </a:lnTo>
                  <a:lnTo>
                    <a:pt x="0" y="91059"/>
                  </a:lnTo>
                  <a:lnTo>
                    <a:pt x="0" y="101918"/>
                  </a:lnTo>
                  <a:close/>
                  <a:moveTo>
                    <a:pt x="60769" y="33623"/>
                  </a:moveTo>
                  <a:lnTo>
                    <a:pt x="222980" y="33623"/>
                  </a:lnTo>
                  <a:lnTo>
                    <a:pt x="222980" y="22765"/>
                  </a:lnTo>
                  <a:lnTo>
                    <a:pt x="60769" y="22765"/>
                  </a:lnTo>
                  <a:lnTo>
                    <a:pt x="60769" y="33623"/>
                  </a:lnTo>
                  <a:close/>
                  <a:moveTo>
                    <a:pt x="190500" y="0"/>
                  </a:moveTo>
                  <a:lnTo>
                    <a:pt x="190500" y="10858"/>
                  </a:lnTo>
                  <a:lnTo>
                    <a:pt x="222980" y="10858"/>
                  </a:lnTo>
                  <a:lnTo>
                    <a:pt x="222980" y="0"/>
                  </a:lnTo>
                  <a:lnTo>
                    <a:pt x="190500" y="0"/>
                  </a:lnTo>
                  <a:close/>
                  <a:moveTo>
                    <a:pt x="137350" y="56388"/>
                  </a:moveTo>
                  <a:lnTo>
                    <a:pt x="222980" y="56388"/>
                  </a:lnTo>
                  <a:lnTo>
                    <a:pt x="222980" y="45529"/>
                  </a:lnTo>
                  <a:lnTo>
                    <a:pt x="137350" y="45529"/>
                  </a:lnTo>
                  <a:lnTo>
                    <a:pt x="137350" y="56388"/>
                  </a:lnTo>
                  <a:close/>
                  <a:moveTo>
                    <a:pt x="196882" y="79153"/>
                  </a:moveTo>
                  <a:lnTo>
                    <a:pt x="222885" y="79153"/>
                  </a:lnTo>
                  <a:lnTo>
                    <a:pt x="222885" y="68294"/>
                  </a:lnTo>
                  <a:lnTo>
                    <a:pt x="196882" y="68294"/>
                  </a:lnTo>
                  <a:lnTo>
                    <a:pt x="196882" y="79153"/>
                  </a:lnTo>
                  <a:close/>
                  <a:moveTo>
                    <a:pt x="75057" y="101918"/>
                  </a:moveTo>
                  <a:lnTo>
                    <a:pt x="139065" y="101918"/>
                  </a:lnTo>
                  <a:lnTo>
                    <a:pt x="139065" y="91059"/>
                  </a:lnTo>
                  <a:lnTo>
                    <a:pt x="75057" y="91059"/>
                  </a:lnTo>
                  <a:lnTo>
                    <a:pt x="75057" y="101918"/>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25" name="Google Shape;25;p3"/>
          <p:cNvSpPr/>
          <p:nvPr/>
        </p:nvSpPr>
        <p:spPr>
          <a:xfrm rot="5844000">
            <a:off x="8030880" y="2339280"/>
            <a:ext cx="2404080" cy="1318320"/>
          </a:xfrm>
          <a:custGeom>
            <a:rect b="b" l="l" r="r" t="t"/>
            <a:pathLst>
              <a:path extrusionOk="0" h="31790" w="39315">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6" name="Google Shape;26;p3"/>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3_1" type="blank">
  <p:cSld name="BLANK">
    <p:bg>
      <p:bgPr>
        <a:solidFill>
          <a:schemeClr val="lt1"/>
        </a:solidFill>
      </p:bgPr>
    </p:bg>
    <p:spTree>
      <p:nvGrpSpPr>
        <p:cNvPr id="27" name="Shape 27"/>
        <p:cNvGrpSpPr/>
        <p:nvPr/>
      </p:nvGrpSpPr>
      <p:grpSpPr>
        <a:xfrm>
          <a:off x="0" y="0"/>
          <a:ext cx="0" cy="0"/>
          <a:chOff x="0" y="0"/>
          <a:chExt cx="0" cy="0"/>
        </a:xfrm>
      </p:grpSpPr>
      <p:sp>
        <p:nvSpPr>
          <p:cNvPr id="28" name="Google Shape;28;p4"/>
          <p:cNvSpPr txBox="1"/>
          <p:nvPr>
            <p:ph type="title"/>
          </p:nvPr>
        </p:nvSpPr>
        <p:spPr>
          <a:xfrm>
            <a:off x="2347920" y="997200"/>
            <a:ext cx="4447800" cy="1058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9" name="Google Shape;29;p4"/>
          <p:cNvSpPr/>
          <p:nvPr/>
        </p:nvSpPr>
        <p:spPr>
          <a:xfrm>
            <a:off x="2099160" y="3611880"/>
            <a:ext cx="4945320" cy="55584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chemeClr val="dk1"/>
                </a:solidFill>
                <a:latin typeface="Open Sans"/>
                <a:ea typeface="Open Sans"/>
                <a:cs typeface="Open Sans"/>
                <a:sym typeface="Open Sans"/>
              </a:rPr>
              <a:t>CREDITS:</a:t>
            </a:r>
            <a:r>
              <a:rPr b="0" i="0" lang="en-US" sz="1200" u="none" cap="none" strike="noStrike">
                <a:solidFill>
                  <a:schemeClr val="dk1"/>
                </a:solidFill>
                <a:latin typeface="Open Sans"/>
                <a:ea typeface="Open Sans"/>
                <a:cs typeface="Open Sans"/>
                <a:sym typeface="Open Sans"/>
              </a:rPr>
              <a:t> This presentation template was created by </a:t>
            </a:r>
            <a:r>
              <a:rPr b="1" i="0" lang="en-US" sz="1200" u="sng" cap="none" strike="noStrike">
                <a:solidFill>
                  <a:schemeClr val="hlink"/>
                </a:solidFill>
                <a:latin typeface="Open Sans"/>
                <a:ea typeface="Open Sans"/>
                <a:cs typeface="Open Sans"/>
                <a:sym typeface="Open Sans"/>
                <a:hlinkClick r:id="rId2"/>
              </a:rPr>
              <a:t>Slidesgo</a:t>
            </a:r>
            <a:r>
              <a:rPr b="0" i="0" lang="en-US" sz="1200" u="none" cap="none" strike="noStrike">
                <a:solidFill>
                  <a:schemeClr val="dk1"/>
                </a:solidFill>
                <a:latin typeface="Open Sans"/>
                <a:ea typeface="Open Sans"/>
                <a:cs typeface="Open Sans"/>
                <a:sym typeface="Open Sans"/>
              </a:rPr>
              <a:t>, and includes icons, infographics &amp; images by </a:t>
            </a:r>
            <a:r>
              <a:rPr b="1" i="0" lang="en-US" sz="1200" u="sng" cap="none" strike="noStrike">
                <a:solidFill>
                  <a:schemeClr val="hlink"/>
                </a:solidFill>
                <a:latin typeface="Open Sans"/>
                <a:ea typeface="Open Sans"/>
                <a:cs typeface="Open Sans"/>
                <a:sym typeface="Open Sans"/>
                <a:hlinkClick r:id="rId3"/>
              </a:rPr>
              <a:t>Freepik</a:t>
            </a:r>
            <a:r>
              <a:rPr b="0" i="0" lang="en-US" sz="1200" u="sng" cap="none" strike="noStrike">
                <a:solidFill>
                  <a:schemeClr val="dk1"/>
                </a:solidFill>
                <a:latin typeface="Open Sans"/>
                <a:ea typeface="Open Sans"/>
                <a:cs typeface="Open Sans"/>
                <a:sym typeface="Open Sans"/>
              </a:rPr>
              <a:t> </a:t>
            </a:r>
            <a:endParaRPr b="0" i="0" sz="1200" u="none" cap="none" strike="noStrike">
              <a:solidFill>
                <a:srgbClr val="000000"/>
              </a:solidFill>
              <a:latin typeface="Noto Sans Symbols"/>
              <a:ea typeface="Noto Sans Symbols"/>
              <a:cs typeface="Noto Sans Symbols"/>
              <a:sym typeface="Noto Sans Symbols"/>
            </a:endParaRPr>
          </a:p>
        </p:txBody>
      </p:sp>
      <p:sp>
        <p:nvSpPr>
          <p:cNvPr id="30" name="Google Shape;30;p4"/>
          <p:cNvSpPr/>
          <p:nvPr/>
        </p:nvSpPr>
        <p:spPr>
          <a:xfrm flipH="1" rot="-2493000">
            <a:off x="-1086480" y="-570240"/>
            <a:ext cx="2902680" cy="2346840"/>
          </a:xfrm>
          <a:custGeom>
            <a:rect b="b" l="l" r="r" t="t"/>
            <a:pathLst>
              <a:path extrusionOk="0" h="31790" w="39315">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31" name="Google Shape;31;p4"/>
          <p:cNvSpPr/>
          <p:nvPr/>
        </p:nvSpPr>
        <p:spPr>
          <a:xfrm flipH="1" rot="-5051400">
            <a:off x="7227360" y="3451320"/>
            <a:ext cx="2997360" cy="2575800"/>
          </a:xfrm>
          <a:custGeom>
            <a:rect b="b" l="l" r="r" t="t"/>
            <a:pathLst>
              <a:path extrusionOk="0" h="30330" w="38869">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32" name="Google Shape;32;p4"/>
          <p:cNvSpPr/>
          <p:nvPr/>
        </p:nvSpPr>
        <p:spPr>
          <a:xfrm flipH="1" rot="460800">
            <a:off x="178560" y="3742560"/>
            <a:ext cx="1359360" cy="1222200"/>
          </a:xfrm>
          <a:custGeom>
            <a:rect b="b" l="l" r="r" t="t"/>
            <a:pathLst>
              <a:path extrusionOk="0" h="31790" w="39315">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33" name="Google Shape;33;p4"/>
          <p:cNvSpPr/>
          <p:nvPr/>
        </p:nvSpPr>
        <p:spPr>
          <a:xfrm flipH="1" rot="460800">
            <a:off x="6682320" y="-2073960"/>
            <a:ext cx="4086720" cy="3304440"/>
          </a:xfrm>
          <a:custGeom>
            <a:rect b="b" l="l" r="r" t="t"/>
            <a:pathLst>
              <a:path extrusionOk="0" h="31790" w="39315">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mavenanalytics.io/data-playground/global-electronics-retailer"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mavenanalytics.io/data-playground/global-electronics-retailer" TargetMode="External"/><Relationship Id="rId4" Type="http://schemas.openxmlformats.org/officeDocument/2006/relationships/hyperlink" Target="https://datagy.io/t-test-python/" TargetMode="External"/><Relationship Id="rId5" Type="http://schemas.openxmlformats.org/officeDocument/2006/relationships/hyperlink" Target="https://stackoverflow.com/questions/53747298/how-to-format-axis-tick-labels-from-number-to-thousands-or-millions-125-436-to"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 name="Shape 37"/>
        <p:cNvGrpSpPr/>
        <p:nvPr/>
      </p:nvGrpSpPr>
      <p:grpSpPr>
        <a:xfrm>
          <a:off x="0" y="0"/>
          <a:ext cx="0" cy="0"/>
          <a:chOff x="0" y="0"/>
          <a:chExt cx="0" cy="0"/>
        </a:xfrm>
      </p:grpSpPr>
      <p:sp>
        <p:nvSpPr>
          <p:cNvPr id="38" name="Google Shape;38;p5"/>
          <p:cNvSpPr/>
          <p:nvPr/>
        </p:nvSpPr>
        <p:spPr>
          <a:xfrm rot="1053600">
            <a:off x="4909680" y="420840"/>
            <a:ext cx="4314600" cy="4418280"/>
          </a:xfrm>
          <a:custGeom>
            <a:rect b="b" l="l" r="r" t="t"/>
            <a:pathLst>
              <a:path extrusionOk="0" h="44028" w="45721">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nvGrpSpPr>
          <p:cNvPr id="39" name="Google Shape;39;p5"/>
          <p:cNvGrpSpPr/>
          <p:nvPr/>
        </p:nvGrpSpPr>
        <p:grpSpPr>
          <a:xfrm>
            <a:off x="5165280" y="656280"/>
            <a:ext cx="3840480" cy="3830760"/>
            <a:chOff x="5165280" y="656280"/>
            <a:chExt cx="3840480" cy="3830760"/>
          </a:xfrm>
        </p:grpSpPr>
        <p:grpSp>
          <p:nvGrpSpPr>
            <p:cNvPr id="40" name="Google Shape;40;p5"/>
            <p:cNvGrpSpPr/>
            <p:nvPr/>
          </p:nvGrpSpPr>
          <p:grpSpPr>
            <a:xfrm>
              <a:off x="5631840" y="1764000"/>
              <a:ext cx="2961360" cy="1992600"/>
              <a:chOff x="5631840" y="1764000"/>
              <a:chExt cx="2961360" cy="1992600"/>
            </a:xfrm>
          </p:grpSpPr>
          <p:grpSp>
            <p:nvGrpSpPr>
              <p:cNvPr id="41" name="Google Shape;41;p5"/>
              <p:cNvGrpSpPr/>
              <p:nvPr/>
            </p:nvGrpSpPr>
            <p:grpSpPr>
              <a:xfrm>
                <a:off x="6590880" y="3396600"/>
                <a:ext cx="1042920" cy="360000"/>
                <a:chOff x="6590880" y="3396600"/>
                <a:chExt cx="1042920" cy="360000"/>
              </a:xfrm>
            </p:grpSpPr>
            <p:sp>
              <p:nvSpPr>
                <p:cNvPr id="42" name="Google Shape;42;p5"/>
                <p:cNvSpPr/>
                <p:nvPr/>
              </p:nvSpPr>
              <p:spPr>
                <a:xfrm>
                  <a:off x="6894360" y="3396600"/>
                  <a:ext cx="435600" cy="320040"/>
                </a:xfrm>
                <a:custGeom>
                  <a:rect b="b" l="l" r="r" t="t"/>
                  <a:pathLst>
                    <a:path extrusionOk="0" h="291274" w="396621">
                      <a:moveTo>
                        <a:pt x="396621" y="0"/>
                      </a:moveTo>
                      <a:lnTo>
                        <a:pt x="396621" y="291274"/>
                      </a:lnTo>
                      <a:lnTo>
                        <a:pt x="0" y="291274"/>
                      </a:lnTo>
                      <a:lnTo>
                        <a:pt x="0" y="0"/>
                      </a:lnTo>
                      <a:lnTo>
                        <a:pt x="140304" y="0"/>
                      </a:lnTo>
                      <a:lnTo>
                        <a:pt x="140304" y="140017"/>
                      </a:lnTo>
                      <a:cubicBezTo>
                        <a:pt x="140304" y="171926"/>
                        <a:pt x="166402" y="198120"/>
                        <a:pt x="198311" y="198120"/>
                      </a:cubicBezTo>
                      <a:cubicBezTo>
                        <a:pt x="230220" y="198120"/>
                        <a:pt x="256413" y="171926"/>
                        <a:pt x="256413" y="140017"/>
                      </a:cubicBezTo>
                      <a:lnTo>
                        <a:pt x="256413" y="0"/>
                      </a:lnTo>
                      <a:lnTo>
                        <a:pt x="396621" y="0"/>
                      </a:ln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43" name="Google Shape;43;p5"/>
                <p:cNvSpPr/>
                <p:nvPr/>
              </p:nvSpPr>
              <p:spPr>
                <a:xfrm>
                  <a:off x="6894360" y="3396600"/>
                  <a:ext cx="154080" cy="64440"/>
                </a:xfrm>
                <a:custGeom>
                  <a:rect b="b" l="l" r="r" t="t"/>
                  <a:pathLst>
                    <a:path extrusionOk="0" h="59054" w="140303">
                      <a:moveTo>
                        <a:pt x="0" y="0"/>
                      </a:moveTo>
                      <a:lnTo>
                        <a:pt x="140304" y="0"/>
                      </a:lnTo>
                      <a:lnTo>
                        <a:pt x="140304" y="59055"/>
                      </a:lnTo>
                      <a:lnTo>
                        <a:pt x="0" y="42862"/>
                      </a:lnTo>
                      <a:lnTo>
                        <a:pt x="0" y="0"/>
                      </a:lnTo>
                      <a:close/>
                    </a:path>
                  </a:pathLst>
                </a:custGeom>
                <a:solidFill>
                  <a:schemeClr val="dk1"/>
                </a:solidFill>
                <a:ln>
                  <a:noFill/>
                </a:ln>
              </p:spPr>
              <p:txBody>
                <a:bodyPr anchorCtr="0" anchor="ctr" bIns="32400" lIns="91425" spcFirstLastPara="1" rIns="91425" wrap="square" tIns="324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44" name="Google Shape;44;p5"/>
                <p:cNvSpPr/>
                <p:nvPr/>
              </p:nvSpPr>
              <p:spPr>
                <a:xfrm>
                  <a:off x="7176600" y="3396600"/>
                  <a:ext cx="153720" cy="96840"/>
                </a:xfrm>
                <a:custGeom>
                  <a:rect b="b" l="l" r="r" t="t"/>
                  <a:pathLst>
                    <a:path extrusionOk="0" h="88391" w="140207">
                      <a:moveTo>
                        <a:pt x="140208" y="0"/>
                      </a:moveTo>
                      <a:lnTo>
                        <a:pt x="140208" y="88392"/>
                      </a:lnTo>
                      <a:lnTo>
                        <a:pt x="0" y="72295"/>
                      </a:lnTo>
                      <a:lnTo>
                        <a:pt x="0" y="0"/>
                      </a:lnTo>
                      <a:lnTo>
                        <a:pt x="140208" y="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45" name="Google Shape;45;p5"/>
                <p:cNvSpPr/>
                <p:nvPr/>
              </p:nvSpPr>
              <p:spPr>
                <a:xfrm>
                  <a:off x="6590880" y="3713400"/>
                  <a:ext cx="1042920" cy="43200"/>
                </a:xfrm>
                <a:custGeom>
                  <a:rect b="b" l="l" r="r" t="t"/>
                  <a:pathLst>
                    <a:path extrusionOk="0" h="39528" w="948880">
                      <a:moveTo>
                        <a:pt x="0" y="0"/>
                      </a:moveTo>
                      <a:lnTo>
                        <a:pt x="948880" y="0"/>
                      </a:lnTo>
                      <a:lnTo>
                        <a:pt x="948880" y="39529"/>
                      </a:lnTo>
                      <a:lnTo>
                        <a:pt x="0" y="39529"/>
                      </a:lnTo>
                      <a:close/>
                    </a:path>
                  </a:pathLst>
                </a:custGeom>
                <a:solidFill>
                  <a:schemeClr val="dk1"/>
                </a:solidFill>
                <a:ln>
                  <a:noFill/>
                </a:ln>
              </p:spPr>
              <p:txBody>
                <a:bodyPr anchorCtr="0" anchor="ctr" bIns="21600" lIns="91425" spcFirstLastPara="1" rIns="91425" wrap="square" tIns="216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sp>
            <p:nvSpPr>
              <p:cNvPr id="46" name="Google Shape;46;p5"/>
              <p:cNvSpPr/>
              <p:nvPr/>
            </p:nvSpPr>
            <p:spPr>
              <a:xfrm>
                <a:off x="5631840" y="1764000"/>
                <a:ext cx="2961360" cy="1668240"/>
              </a:xfrm>
              <a:custGeom>
                <a:rect b="b" l="l" r="r" t="t"/>
                <a:pathLst>
                  <a:path extrusionOk="0" h="1517428" w="2693384">
                    <a:moveTo>
                      <a:pt x="2693384" y="107442"/>
                    </a:moveTo>
                    <a:lnTo>
                      <a:pt x="2693384" y="1409890"/>
                    </a:lnTo>
                    <a:cubicBezTo>
                      <a:pt x="2693384" y="1469231"/>
                      <a:pt x="2645283" y="1517428"/>
                      <a:pt x="2585847" y="1517428"/>
                    </a:cubicBezTo>
                    <a:lnTo>
                      <a:pt x="107537" y="1517428"/>
                    </a:lnTo>
                    <a:cubicBezTo>
                      <a:pt x="48101" y="1517428"/>
                      <a:pt x="0" y="1469231"/>
                      <a:pt x="0" y="1409890"/>
                    </a:cubicBezTo>
                    <a:lnTo>
                      <a:pt x="0" y="107442"/>
                    </a:lnTo>
                    <a:cubicBezTo>
                      <a:pt x="0" y="48101"/>
                      <a:pt x="48101" y="0"/>
                      <a:pt x="107537" y="0"/>
                    </a:cubicBezTo>
                    <a:lnTo>
                      <a:pt x="2585847" y="0"/>
                    </a:lnTo>
                    <a:cubicBezTo>
                      <a:pt x="2645283" y="0"/>
                      <a:pt x="2693384" y="48101"/>
                      <a:pt x="2693384" y="10744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47" name="Google Shape;47;p5"/>
              <p:cNvSpPr/>
              <p:nvPr/>
            </p:nvSpPr>
            <p:spPr>
              <a:xfrm>
                <a:off x="5631840" y="1912680"/>
                <a:ext cx="2961360" cy="1344600"/>
              </a:xfrm>
              <a:custGeom>
                <a:rect b="b" l="l" r="r" t="t"/>
                <a:pathLst>
                  <a:path extrusionOk="0" h="1223295" w="2693384">
                    <a:moveTo>
                      <a:pt x="0" y="0"/>
                    </a:moveTo>
                    <a:lnTo>
                      <a:pt x="2693384" y="0"/>
                    </a:lnTo>
                    <a:lnTo>
                      <a:pt x="2693384" y="1223296"/>
                    </a:lnTo>
                    <a:lnTo>
                      <a:pt x="0" y="1223296"/>
                    </a:ln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48" name="Google Shape;48;p5"/>
              <p:cNvSpPr/>
              <p:nvPr/>
            </p:nvSpPr>
            <p:spPr>
              <a:xfrm>
                <a:off x="7070760" y="3302280"/>
                <a:ext cx="83160" cy="83160"/>
              </a:xfrm>
              <a:custGeom>
                <a:rect b="b" l="l" r="r" t="t"/>
                <a:pathLst>
                  <a:path extrusionOk="0" h="76009" w="76009">
                    <a:moveTo>
                      <a:pt x="76009" y="38005"/>
                    </a:moveTo>
                    <a:cubicBezTo>
                      <a:pt x="76009" y="58960"/>
                      <a:pt x="59055" y="76010"/>
                      <a:pt x="38005" y="76010"/>
                    </a:cubicBezTo>
                    <a:cubicBezTo>
                      <a:pt x="16955" y="76010"/>
                      <a:pt x="0" y="59055"/>
                      <a:pt x="0" y="38005"/>
                    </a:cubicBezTo>
                    <a:cubicBezTo>
                      <a:pt x="0" y="16954"/>
                      <a:pt x="16955" y="0"/>
                      <a:pt x="38005" y="0"/>
                    </a:cubicBezTo>
                    <a:cubicBezTo>
                      <a:pt x="59055" y="0"/>
                      <a:pt x="76009" y="16954"/>
                      <a:pt x="76009" y="38005"/>
                    </a:cubicBezTo>
                    <a:close/>
                  </a:path>
                </a:pathLst>
              </a:custGeom>
              <a:solidFill>
                <a:srgbClr val="42444F"/>
              </a:solidFill>
              <a:ln>
                <a:noFill/>
              </a:ln>
            </p:spPr>
            <p:txBody>
              <a:bodyPr anchorCtr="0" anchor="ctr" bIns="41750" lIns="91425" spcFirstLastPara="1" rIns="91425" wrap="square" tIns="4175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nvGrpSpPr>
            <p:cNvPr id="49" name="Google Shape;49;p5"/>
            <p:cNvGrpSpPr/>
            <p:nvPr/>
          </p:nvGrpSpPr>
          <p:grpSpPr>
            <a:xfrm>
              <a:off x="6285600" y="656280"/>
              <a:ext cx="1654200" cy="835560"/>
              <a:chOff x="6285600" y="656280"/>
              <a:chExt cx="1654200" cy="835560"/>
            </a:xfrm>
          </p:grpSpPr>
          <p:sp>
            <p:nvSpPr>
              <p:cNvPr id="50" name="Google Shape;50;p5"/>
              <p:cNvSpPr/>
              <p:nvPr/>
            </p:nvSpPr>
            <p:spPr>
              <a:xfrm>
                <a:off x="6285600" y="656280"/>
                <a:ext cx="1654200" cy="835560"/>
              </a:xfrm>
              <a:custGeom>
                <a:rect b="b" l="l" r="r" t="t"/>
                <a:pathLst>
                  <a:path extrusionOk="0" h="760190" w="1504568">
                    <a:moveTo>
                      <a:pt x="1504379" y="647414"/>
                    </a:moveTo>
                    <a:cubicBezTo>
                      <a:pt x="1504379" y="709708"/>
                      <a:pt x="1453896" y="760190"/>
                      <a:pt x="1391602" y="760190"/>
                    </a:cubicBezTo>
                    <a:lnTo>
                      <a:pt x="194881" y="760190"/>
                    </a:lnTo>
                    <a:cubicBezTo>
                      <a:pt x="87249" y="760190"/>
                      <a:pt x="0" y="672941"/>
                      <a:pt x="0" y="565309"/>
                    </a:cubicBezTo>
                    <a:cubicBezTo>
                      <a:pt x="0" y="457676"/>
                      <a:pt x="87249" y="370522"/>
                      <a:pt x="194881" y="370522"/>
                    </a:cubicBezTo>
                    <a:cubicBezTo>
                      <a:pt x="220027" y="370522"/>
                      <a:pt x="244126" y="375285"/>
                      <a:pt x="266223" y="383953"/>
                    </a:cubicBezTo>
                    <a:cubicBezTo>
                      <a:pt x="266223" y="382714"/>
                      <a:pt x="266223" y="381381"/>
                      <a:pt x="266223" y="380047"/>
                    </a:cubicBezTo>
                    <a:cubicBezTo>
                      <a:pt x="266223" y="240030"/>
                      <a:pt x="341947" y="117729"/>
                      <a:pt x="454628" y="51816"/>
                    </a:cubicBezTo>
                    <a:cubicBezTo>
                      <a:pt x="510921" y="18859"/>
                      <a:pt x="576453" y="0"/>
                      <a:pt x="646366" y="0"/>
                    </a:cubicBezTo>
                    <a:cubicBezTo>
                      <a:pt x="832009" y="0"/>
                      <a:pt x="986504" y="133064"/>
                      <a:pt x="1019747" y="309086"/>
                    </a:cubicBezTo>
                    <a:cubicBezTo>
                      <a:pt x="1054989" y="288893"/>
                      <a:pt x="1095851" y="277368"/>
                      <a:pt x="1139476" y="277368"/>
                    </a:cubicBezTo>
                    <a:cubicBezTo>
                      <a:pt x="1272731" y="277368"/>
                      <a:pt x="1380839" y="385477"/>
                      <a:pt x="1380839" y="518731"/>
                    </a:cubicBezTo>
                    <a:cubicBezTo>
                      <a:pt x="1380839" y="524256"/>
                      <a:pt x="1380648" y="529685"/>
                      <a:pt x="1380268" y="535114"/>
                    </a:cubicBezTo>
                    <a:cubicBezTo>
                      <a:pt x="1384078" y="534734"/>
                      <a:pt x="1387887" y="534543"/>
                      <a:pt x="1391793" y="534543"/>
                    </a:cubicBezTo>
                    <a:cubicBezTo>
                      <a:pt x="1454086" y="534543"/>
                      <a:pt x="1504569" y="585026"/>
                      <a:pt x="1504569" y="647319"/>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1" name="Google Shape;51;p5"/>
              <p:cNvSpPr/>
              <p:nvPr/>
            </p:nvSpPr>
            <p:spPr>
              <a:xfrm>
                <a:off x="6285600" y="712440"/>
                <a:ext cx="1014120" cy="779400"/>
              </a:xfrm>
              <a:custGeom>
                <a:rect b="b" l="l" r="r" t="t"/>
                <a:pathLst>
                  <a:path extrusionOk="0" h="709136" w="922591">
                    <a:moveTo>
                      <a:pt x="922305" y="709136"/>
                    </a:moveTo>
                    <a:lnTo>
                      <a:pt x="194881" y="709136"/>
                    </a:lnTo>
                    <a:cubicBezTo>
                      <a:pt x="87249" y="709136"/>
                      <a:pt x="0" y="621887"/>
                      <a:pt x="0" y="514255"/>
                    </a:cubicBezTo>
                    <a:cubicBezTo>
                      <a:pt x="0" y="406622"/>
                      <a:pt x="87249" y="319468"/>
                      <a:pt x="194881" y="319468"/>
                    </a:cubicBezTo>
                    <a:cubicBezTo>
                      <a:pt x="220027" y="319468"/>
                      <a:pt x="244126" y="324231"/>
                      <a:pt x="266223" y="332899"/>
                    </a:cubicBezTo>
                    <a:cubicBezTo>
                      <a:pt x="266223" y="331660"/>
                      <a:pt x="266223" y="330327"/>
                      <a:pt x="266223" y="328993"/>
                    </a:cubicBezTo>
                    <a:cubicBezTo>
                      <a:pt x="266223" y="188976"/>
                      <a:pt x="341947" y="66675"/>
                      <a:pt x="454628" y="762"/>
                    </a:cubicBezTo>
                    <a:cubicBezTo>
                      <a:pt x="515683" y="-2286"/>
                      <a:pt x="577024" y="3429"/>
                      <a:pt x="633984" y="24860"/>
                    </a:cubicBezTo>
                    <a:cubicBezTo>
                      <a:pt x="707803" y="52768"/>
                      <a:pt x="773239" y="110109"/>
                      <a:pt x="797052" y="185261"/>
                    </a:cubicBezTo>
                    <a:cubicBezTo>
                      <a:pt x="820864" y="260509"/>
                      <a:pt x="795433" y="352425"/>
                      <a:pt x="728472" y="394144"/>
                    </a:cubicBezTo>
                    <a:cubicBezTo>
                      <a:pt x="769334" y="388430"/>
                      <a:pt x="808863" y="395002"/>
                      <a:pt x="844010" y="416433"/>
                    </a:cubicBezTo>
                    <a:cubicBezTo>
                      <a:pt x="879157" y="437864"/>
                      <a:pt x="902970" y="481298"/>
                      <a:pt x="892302" y="521113"/>
                    </a:cubicBezTo>
                    <a:cubicBezTo>
                      <a:pt x="885730" y="545782"/>
                      <a:pt x="867156" y="565975"/>
                      <a:pt x="845629" y="579787"/>
                    </a:cubicBezTo>
                    <a:cubicBezTo>
                      <a:pt x="824769" y="593217"/>
                      <a:pt x="801148" y="601408"/>
                      <a:pt x="777621" y="609314"/>
                    </a:cubicBezTo>
                    <a:cubicBezTo>
                      <a:pt x="788479" y="605790"/>
                      <a:pt x="793623" y="605790"/>
                      <a:pt x="805910" y="605314"/>
                    </a:cubicBezTo>
                    <a:cubicBezTo>
                      <a:pt x="819055" y="604742"/>
                      <a:pt x="832961" y="608457"/>
                      <a:pt x="842010" y="618077"/>
                    </a:cubicBezTo>
                    <a:cubicBezTo>
                      <a:pt x="851059" y="627698"/>
                      <a:pt x="853440" y="643890"/>
                      <a:pt x="845153" y="654082"/>
                    </a:cubicBezTo>
                    <a:cubicBezTo>
                      <a:pt x="859727" y="639699"/>
                      <a:pt x="881919" y="651510"/>
                      <a:pt x="897541" y="664845"/>
                    </a:cubicBezTo>
                    <a:cubicBezTo>
                      <a:pt x="910971" y="676180"/>
                      <a:pt x="919067" y="691991"/>
                      <a:pt x="922591" y="70913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52" name="Google Shape;52;p5"/>
            <p:cNvGrpSpPr/>
            <p:nvPr/>
          </p:nvGrpSpPr>
          <p:grpSpPr>
            <a:xfrm>
              <a:off x="8276760" y="1328040"/>
              <a:ext cx="387720" cy="272880"/>
              <a:chOff x="8276760" y="1328040"/>
              <a:chExt cx="387720" cy="272880"/>
            </a:xfrm>
          </p:grpSpPr>
          <p:sp>
            <p:nvSpPr>
              <p:cNvPr id="53" name="Google Shape;53;p5"/>
              <p:cNvSpPr/>
              <p:nvPr/>
            </p:nvSpPr>
            <p:spPr>
              <a:xfrm>
                <a:off x="8276760" y="1328040"/>
                <a:ext cx="387720" cy="272880"/>
              </a:xfrm>
              <a:custGeom>
                <a:rect b="b" l="l" r="r" t="t"/>
                <a:pathLst>
                  <a:path extrusionOk="0" h="248507" w="352805">
                    <a:moveTo>
                      <a:pt x="261938" y="0"/>
                    </a:moveTo>
                    <a:lnTo>
                      <a:pt x="90868" y="0"/>
                    </a:lnTo>
                    <a:cubicBezTo>
                      <a:pt x="40862" y="0"/>
                      <a:pt x="0" y="40862"/>
                      <a:pt x="0" y="90869"/>
                    </a:cubicBezTo>
                    <a:cubicBezTo>
                      <a:pt x="0" y="140875"/>
                      <a:pt x="38100" y="178879"/>
                      <a:pt x="85725" y="181642"/>
                    </a:cubicBezTo>
                    <a:lnTo>
                      <a:pt x="29527" y="248508"/>
                    </a:lnTo>
                    <a:lnTo>
                      <a:pt x="135445" y="181833"/>
                    </a:lnTo>
                    <a:lnTo>
                      <a:pt x="261938" y="181833"/>
                    </a:lnTo>
                    <a:cubicBezTo>
                      <a:pt x="311944" y="181833"/>
                      <a:pt x="352806" y="140970"/>
                      <a:pt x="352806" y="90964"/>
                    </a:cubicBezTo>
                    <a:cubicBezTo>
                      <a:pt x="352806" y="40958"/>
                      <a:pt x="311944" y="95"/>
                      <a:pt x="261938" y="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4" name="Google Shape;54;p5"/>
              <p:cNvSpPr/>
              <p:nvPr/>
            </p:nvSpPr>
            <p:spPr>
              <a:xfrm>
                <a:off x="8350200" y="1395720"/>
                <a:ext cx="240840" cy="64440"/>
              </a:xfrm>
              <a:custGeom>
                <a:rect b="b" l="l" r="r" t="t"/>
                <a:pathLst>
                  <a:path extrusionOk="0" h="59054" w="219455">
                    <a:moveTo>
                      <a:pt x="29527" y="0"/>
                    </a:moveTo>
                    <a:cubicBezTo>
                      <a:pt x="13239" y="0"/>
                      <a:pt x="0" y="13240"/>
                      <a:pt x="0" y="29528"/>
                    </a:cubicBezTo>
                    <a:cubicBezTo>
                      <a:pt x="0" y="45815"/>
                      <a:pt x="13239" y="59055"/>
                      <a:pt x="29527" y="59055"/>
                    </a:cubicBezTo>
                    <a:cubicBezTo>
                      <a:pt x="45815" y="59055"/>
                      <a:pt x="59055" y="45815"/>
                      <a:pt x="59055" y="29528"/>
                    </a:cubicBezTo>
                    <a:cubicBezTo>
                      <a:pt x="59055" y="13240"/>
                      <a:pt x="45815" y="0"/>
                      <a:pt x="29527" y="0"/>
                    </a:cubicBezTo>
                    <a:close/>
                    <a:moveTo>
                      <a:pt x="109728" y="0"/>
                    </a:moveTo>
                    <a:cubicBezTo>
                      <a:pt x="93440" y="0"/>
                      <a:pt x="80200" y="13240"/>
                      <a:pt x="80200" y="29528"/>
                    </a:cubicBezTo>
                    <a:cubicBezTo>
                      <a:pt x="80200" y="45815"/>
                      <a:pt x="93440" y="59055"/>
                      <a:pt x="109728" y="59055"/>
                    </a:cubicBezTo>
                    <a:cubicBezTo>
                      <a:pt x="126016" y="59055"/>
                      <a:pt x="139255" y="45815"/>
                      <a:pt x="139255" y="29528"/>
                    </a:cubicBezTo>
                    <a:cubicBezTo>
                      <a:pt x="139255" y="13240"/>
                      <a:pt x="126016" y="0"/>
                      <a:pt x="109728" y="0"/>
                    </a:cubicBezTo>
                    <a:close/>
                    <a:moveTo>
                      <a:pt x="189929" y="0"/>
                    </a:moveTo>
                    <a:cubicBezTo>
                      <a:pt x="173641" y="0"/>
                      <a:pt x="160401" y="13240"/>
                      <a:pt x="160401" y="29528"/>
                    </a:cubicBezTo>
                    <a:cubicBezTo>
                      <a:pt x="160401" y="45815"/>
                      <a:pt x="173641" y="59055"/>
                      <a:pt x="189929" y="59055"/>
                    </a:cubicBezTo>
                    <a:cubicBezTo>
                      <a:pt x="206216" y="59055"/>
                      <a:pt x="219456" y="45815"/>
                      <a:pt x="219456" y="29528"/>
                    </a:cubicBezTo>
                    <a:cubicBezTo>
                      <a:pt x="219456" y="13240"/>
                      <a:pt x="206216" y="0"/>
                      <a:pt x="189929" y="0"/>
                    </a:cubicBezTo>
                    <a:close/>
                  </a:path>
                </a:pathLst>
              </a:custGeom>
              <a:solidFill>
                <a:schemeClr val="lt1"/>
              </a:solidFill>
              <a:ln>
                <a:noFill/>
              </a:ln>
            </p:spPr>
            <p:txBody>
              <a:bodyPr anchorCtr="0" anchor="ctr" bIns="32400" lIns="91425" spcFirstLastPara="1" rIns="91425" wrap="square" tIns="324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55" name="Google Shape;55;p5"/>
            <p:cNvSpPr/>
            <p:nvPr/>
          </p:nvSpPr>
          <p:spPr>
            <a:xfrm>
              <a:off x="7148880" y="1542960"/>
              <a:ext cx="10080" cy="432360"/>
            </a:xfrm>
            <a:custGeom>
              <a:rect b="b" l="l" r="r" t="t"/>
              <a:pathLst>
                <a:path extrusionOk="0" h="392525" w="9525">
                  <a:moveTo>
                    <a:pt x="0" y="0"/>
                  </a:moveTo>
                  <a:lnTo>
                    <a:pt x="0" y="392525"/>
                  </a:lnTo>
                </a:path>
              </a:pathLst>
            </a:custGeom>
            <a:noFill/>
            <a:ln cap="rnd" cmpd="sng" w="29900">
              <a:solidFill>
                <a:srgbClr val="6F7082"/>
              </a:solidFill>
              <a:prstDash val="dashDot"/>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56" name="Google Shape;56;p5"/>
            <p:cNvGrpSpPr/>
            <p:nvPr/>
          </p:nvGrpSpPr>
          <p:grpSpPr>
            <a:xfrm>
              <a:off x="5483160" y="2415600"/>
              <a:ext cx="27000" cy="532080"/>
              <a:chOff x="5483160" y="2415600"/>
              <a:chExt cx="27000" cy="532080"/>
            </a:xfrm>
          </p:grpSpPr>
          <p:sp>
            <p:nvSpPr>
              <p:cNvPr id="57" name="Google Shape;57;p5"/>
              <p:cNvSpPr/>
              <p:nvPr/>
            </p:nvSpPr>
            <p:spPr>
              <a:xfrm>
                <a:off x="5496840" y="2428200"/>
                <a:ext cx="10080" cy="506160"/>
              </a:xfrm>
              <a:custGeom>
                <a:rect b="b" l="l" r="r" t="t"/>
                <a:pathLst>
                  <a:path extrusionOk="0" h="460724" w="9525">
                    <a:moveTo>
                      <a:pt x="0" y="460724"/>
                    </a:moveTo>
                    <a:lnTo>
                      <a:pt x="0" y="0"/>
                    </a:lnTo>
                  </a:path>
                </a:pathLst>
              </a:custGeom>
              <a:noFill/>
              <a:ln cap="flat" cmpd="sng" w="10950">
                <a:solidFill>
                  <a:srgbClr val="6F7082"/>
                </a:solidFill>
                <a:prstDash val="dashDot"/>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8" name="Google Shape;58;p5"/>
              <p:cNvSpPr/>
              <p:nvPr/>
            </p:nvSpPr>
            <p:spPr>
              <a:xfrm>
                <a:off x="5483160" y="2920680"/>
                <a:ext cx="27000" cy="27000"/>
              </a:xfrm>
              <a:custGeom>
                <a:rect b="b" l="l" r="r" t="t"/>
                <a:pathLst>
                  <a:path extrusionOk="0" h="24765" w="24765">
                    <a:moveTo>
                      <a:pt x="24765" y="12382"/>
                    </a:moveTo>
                    <a:cubicBezTo>
                      <a:pt x="24765" y="19240"/>
                      <a:pt x="19241" y="24765"/>
                      <a:pt x="12383" y="24765"/>
                    </a:cubicBezTo>
                    <a:cubicBezTo>
                      <a:pt x="5525" y="24765"/>
                      <a:pt x="0" y="19240"/>
                      <a:pt x="0" y="12382"/>
                    </a:cubicBezTo>
                    <a:cubicBezTo>
                      <a:pt x="0" y="5524"/>
                      <a:pt x="5525" y="0"/>
                      <a:pt x="12383" y="0"/>
                    </a:cubicBezTo>
                    <a:cubicBezTo>
                      <a:pt x="19241" y="0"/>
                      <a:pt x="24765" y="5524"/>
                      <a:pt x="24765" y="12382"/>
                    </a:cubicBezTo>
                    <a:close/>
                  </a:path>
                </a:pathLst>
              </a:custGeom>
              <a:solidFill>
                <a:srgbClr val="6F7082"/>
              </a:solidFill>
              <a:ln cap="flat" cmpd="sng" w="9525">
                <a:solidFill>
                  <a:srgbClr val="6F7082"/>
                </a:solidFill>
                <a:prstDash val="solid"/>
                <a:round/>
                <a:headEnd len="sm" w="sm" type="none"/>
                <a:tailEnd len="sm" w="sm" type="none"/>
              </a:ln>
            </p:spPr>
            <p:txBody>
              <a:bodyPr anchorCtr="0" anchor="ctr" bIns="13675" lIns="91425" spcFirstLastPara="1" rIns="91425" wrap="square" tIns="13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59" name="Google Shape;59;p5"/>
              <p:cNvSpPr/>
              <p:nvPr/>
            </p:nvSpPr>
            <p:spPr>
              <a:xfrm>
                <a:off x="5483160" y="2415600"/>
                <a:ext cx="27000" cy="27000"/>
              </a:xfrm>
              <a:custGeom>
                <a:rect b="b" l="l" r="r" t="t"/>
                <a:pathLst>
                  <a:path extrusionOk="0" h="24765" w="24765">
                    <a:moveTo>
                      <a:pt x="24765" y="12383"/>
                    </a:moveTo>
                    <a:cubicBezTo>
                      <a:pt x="24765" y="5525"/>
                      <a:pt x="19241" y="0"/>
                      <a:pt x="12383" y="0"/>
                    </a:cubicBezTo>
                    <a:cubicBezTo>
                      <a:pt x="5525" y="0"/>
                      <a:pt x="0" y="5525"/>
                      <a:pt x="0" y="12383"/>
                    </a:cubicBezTo>
                    <a:cubicBezTo>
                      <a:pt x="0" y="19241"/>
                      <a:pt x="5525" y="24765"/>
                      <a:pt x="12383" y="24765"/>
                    </a:cubicBezTo>
                    <a:cubicBezTo>
                      <a:pt x="19241" y="24765"/>
                      <a:pt x="24765" y="19241"/>
                      <a:pt x="24765" y="12383"/>
                    </a:cubicBezTo>
                    <a:close/>
                  </a:path>
                </a:pathLst>
              </a:custGeom>
              <a:solidFill>
                <a:srgbClr val="6F7082"/>
              </a:solidFill>
              <a:ln cap="flat" cmpd="sng" w="9525">
                <a:solidFill>
                  <a:srgbClr val="6F7082"/>
                </a:solidFill>
                <a:prstDash val="solid"/>
                <a:round/>
                <a:headEnd len="sm" w="sm" type="none"/>
                <a:tailEnd len="sm" w="sm" type="none"/>
              </a:ln>
            </p:spPr>
            <p:txBody>
              <a:bodyPr anchorCtr="0" anchor="ctr" bIns="13675" lIns="91425" spcFirstLastPara="1" rIns="91425" wrap="square" tIns="13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nvGrpSpPr>
            <p:cNvPr id="60" name="Google Shape;60;p5"/>
            <p:cNvGrpSpPr/>
            <p:nvPr/>
          </p:nvGrpSpPr>
          <p:grpSpPr>
            <a:xfrm>
              <a:off x="5643360" y="2277360"/>
              <a:ext cx="749160" cy="303480"/>
              <a:chOff x="5643360" y="2277360"/>
              <a:chExt cx="749160" cy="303480"/>
            </a:xfrm>
          </p:grpSpPr>
          <p:sp>
            <p:nvSpPr>
              <p:cNvPr id="61" name="Google Shape;61;p5"/>
              <p:cNvSpPr/>
              <p:nvPr/>
            </p:nvSpPr>
            <p:spPr>
              <a:xfrm>
                <a:off x="5656320" y="2290320"/>
                <a:ext cx="722880" cy="276840"/>
              </a:xfrm>
              <a:custGeom>
                <a:rect b="b" l="l" r="r" t="t"/>
                <a:pathLst>
                  <a:path extrusionOk="0" h="251936" w="657796">
                    <a:moveTo>
                      <a:pt x="0" y="0"/>
                    </a:moveTo>
                    <a:lnTo>
                      <a:pt x="217075" y="217075"/>
                    </a:lnTo>
                    <a:cubicBezTo>
                      <a:pt x="239363" y="239363"/>
                      <a:pt x="269653" y="251936"/>
                      <a:pt x="301180" y="251936"/>
                    </a:cubicBezTo>
                    <a:lnTo>
                      <a:pt x="657797" y="251936"/>
                    </a:lnTo>
                  </a:path>
                </a:pathLst>
              </a:custGeom>
              <a:noFill/>
              <a:ln cap="flat" cmpd="sng" w="10950">
                <a:solidFill>
                  <a:srgbClr val="6F7082"/>
                </a:solidFill>
                <a:prstDash val="dashDot"/>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2" name="Google Shape;62;p5"/>
              <p:cNvSpPr/>
              <p:nvPr/>
            </p:nvSpPr>
            <p:spPr>
              <a:xfrm>
                <a:off x="5643360" y="2277360"/>
                <a:ext cx="27000" cy="27000"/>
              </a:xfrm>
              <a:custGeom>
                <a:rect b="b" l="l" r="r" t="t"/>
                <a:pathLst>
                  <a:path extrusionOk="0" h="24812" w="24812">
                    <a:moveTo>
                      <a:pt x="3643" y="21169"/>
                    </a:moveTo>
                    <a:cubicBezTo>
                      <a:pt x="-1214" y="16312"/>
                      <a:pt x="-1214" y="8501"/>
                      <a:pt x="3643" y="3643"/>
                    </a:cubicBezTo>
                    <a:cubicBezTo>
                      <a:pt x="8501" y="-1214"/>
                      <a:pt x="16312" y="-1214"/>
                      <a:pt x="21169" y="3643"/>
                    </a:cubicBezTo>
                    <a:cubicBezTo>
                      <a:pt x="26027" y="8501"/>
                      <a:pt x="26027" y="16312"/>
                      <a:pt x="21169" y="21169"/>
                    </a:cubicBezTo>
                    <a:cubicBezTo>
                      <a:pt x="16312" y="26027"/>
                      <a:pt x="8501" y="26027"/>
                      <a:pt x="3643" y="21169"/>
                    </a:cubicBezTo>
                    <a:close/>
                  </a:path>
                </a:pathLst>
              </a:custGeom>
              <a:solidFill>
                <a:srgbClr val="6F7082"/>
              </a:solidFill>
              <a:ln cap="flat" cmpd="sng" w="9525">
                <a:solidFill>
                  <a:srgbClr val="6F7082"/>
                </a:solidFill>
                <a:prstDash val="solid"/>
                <a:round/>
                <a:headEnd len="sm" w="sm" type="none"/>
                <a:tailEnd len="sm" w="sm" type="none"/>
              </a:ln>
            </p:spPr>
            <p:txBody>
              <a:bodyPr anchorCtr="0" anchor="ctr" bIns="13675" lIns="91425" spcFirstLastPara="1" rIns="91425" wrap="square" tIns="13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63" name="Google Shape;63;p5"/>
              <p:cNvSpPr/>
              <p:nvPr/>
            </p:nvSpPr>
            <p:spPr>
              <a:xfrm>
                <a:off x="6365520" y="2553840"/>
                <a:ext cx="27000" cy="27000"/>
              </a:xfrm>
              <a:custGeom>
                <a:rect b="b" l="l" r="r" t="t"/>
                <a:pathLst>
                  <a:path extrusionOk="0" h="24764" w="24765">
                    <a:moveTo>
                      <a:pt x="12383" y="24765"/>
                    </a:moveTo>
                    <a:cubicBezTo>
                      <a:pt x="19241" y="24765"/>
                      <a:pt x="24765" y="19240"/>
                      <a:pt x="24765" y="12382"/>
                    </a:cubicBezTo>
                    <a:cubicBezTo>
                      <a:pt x="24765" y="5524"/>
                      <a:pt x="19241" y="0"/>
                      <a:pt x="12383" y="0"/>
                    </a:cubicBezTo>
                    <a:cubicBezTo>
                      <a:pt x="5525" y="0"/>
                      <a:pt x="0" y="5524"/>
                      <a:pt x="0" y="12382"/>
                    </a:cubicBezTo>
                    <a:cubicBezTo>
                      <a:pt x="0" y="19240"/>
                      <a:pt x="5525" y="24765"/>
                      <a:pt x="12383" y="24765"/>
                    </a:cubicBezTo>
                    <a:close/>
                  </a:path>
                </a:pathLst>
              </a:custGeom>
              <a:solidFill>
                <a:srgbClr val="6F7082"/>
              </a:solidFill>
              <a:ln cap="flat" cmpd="sng" w="9525">
                <a:solidFill>
                  <a:srgbClr val="6F7082"/>
                </a:solidFill>
                <a:prstDash val="solid"/>
                <a:round/>
                <a:headEnd len="sm" w="sm" type="none"/>
                <a:tailEnd len="sm" w="sm" type="none"/>
              </a:ln>
            </p:spPr>
            <p:txBody>
              <a:bodyPr anchorCtr="0" anchor="ctr" bIns="13675" lIns="91425" spcFirstLastPara="1" rIns="91425" wrap="square" tIns="13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nvGrpSpPr>
            <p:cNvPr id="64" name="Google Shape;64;p5"/>
            <p:cNvGrpSpPr/>
            <p:nvPr/>
          </p:nvGrpSpPr>
          <p:grpSpPr>
            <a:xfrm>
              <a:off x="8163000" y="4028040"/>
              <a:ext cx="201960" cy="355320"/>
              <a:chOff x="8163000" y="4028040"/>
              <a:chExt cx="201960" cy="355320"/>
            </a:xfrm>
          </p:grpSpPr>
          <p:sp>
            <p:nvSpPr>
              <p:cNvPr id="65" name="Google Shape;65;p5"/>
              <p:cNvSpPr/>
              <p:nvPr/>
            </p:nvSpPr>
            <p:spPr>
              <a:xfrm>
                <a:off x="8163000" y="4028040"/>
                <a:ext cx="201960" cy="355320"/>
              </a:xfrm>
              <a:custGeom>
                <a:rect b="b" l="l" r="r" t="t"/>
                <a:pathLst>
                  <a:path extrusionOk="0" h="323468" w="183832">
                    <a:moveTo>
                      <a:pt x="91916" y="323469"/>
                    </a:moveTo>
                    <a:lnTo>
                      <a:pt x="91916" y="323469"/>
                    </a:lnTo>
                    <a:cubicBezTo>
                      <a:pt x="41339" y="323469"/>
                      <a:pt x="0" y="282130"/>
                      <a:pt x="0" y="231553"/>
                    </a:cubicBezTo>
                    <a:lnTo>
                      <a:pt x="0" y="91916"/>
                    </a:lnTo>
                    <a:cubicBezTo>
                      <a:pt x="0" y="41338"/>
                      <a:pt x="41339" y="0"/>
                      <a:pt x="91916" y="0"/>
                    </a:cubicBezTo>
                    <a:lnTo>
                      <a:pt x="91916" y="0"/>
                    </a:lnTo>
                    <a:cubicBezTo>
                      <a:pt x="142494" y="0"/>
                      <a:pt x="183832" y="41338"/>
                      <a:pt x="183832" y="91916"/>
                    </a:cubicBezTo>
                    <a:lnTo>
                      <a:pt x="183832" y="231553"/>
                    </a:lnTo>
                    <a:cubicBezTo>
                      <a:pt x="183832" y="282130"/>
                      <a:pt x="142494" y="323469"/>
                      <a:pt x="91916" y="323469"/>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66" name="Google Shape;66;p5"/>
              <p:cNvSpPr/>
              <p:nvPr/>
            </p:nvSpPr>
            <p:spPr>
              <a:xfrm>
                <a:off x="8258040" y="4058640"/>
                <a:ext cx="12240" cy="59040"/>
              </a:xfrm>
              <a:custGeom>
                <a:rect b="b" l="l" r="r" t="t"/>
                <a:pathLst>
                  <a:path extrusionOk="0" h="54101" w="11430">
                    <a:moveTo>
                      <a:pt x="5715" y="54102"/>
                    </a:moveTo>
                    <a:lnTo>
                      <a:pt x="5715" y="54102"/>
                    </a:lnTo>
                    <a:cubicBezTo>
                      <a:pt x="2572" y="54102"/>
                      <a:pt x="0" y="51530"/>
                      <a:pt x="0" y="48387"/>
                    </a:cubicBezTo>
                    <a:lnTo>
                      <a:pt x="0" y="5715"/>
                    </a:lnTo>
                    <a:cubicBezTo>
                      <a:pt x="0" y="2571"/>
                      <a:pt x="2572" y="0"/>
                      <a:pt x="5715" y="0"/>
                    </a:cubicBezTo>
                    <a:lnTo>
                      <a:pt x="5715" y="0"/>
                    </a:lnTo>
                    <a:cubicBezTo>
                      <a:pt x="8859" y="0"/>
                      <a:pt x="11430" y="2571"/>
                      <a:pt x="11430" y="5715"/>
                    </a:cubicBezTo>
                    <a:lnTo>
                      <a:pt x="11430" y="48387"/>
                    </a:lnTo>
                    <a:cubicBezTo>
                      <a:pt x="11430" y="51530"/>
                      <a:pt x="8859" y="54102"/>
                      <a:pt x="5715" y="54102"/>
                    </a:cubicBezTo>
                    <a:close/>
                  </a:path>
                </a:pathLst>
              </a:custGeom>
              <a:solidFill>
                <a:schemeClr val="accent4"/>
              </a:solidFill>
              <a:ln>
                <a:noFill/>
              </a:ln>
            </p:spPr>
            <p:txBody>
              <a:bodyPr anchorCtr="0" anchor="ctr" bIns="29500" lIns="91425" spcFirstLastPara="1" rIns="91425" wrap="square" tIns="295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nvGrpSpPr>
            <p:cNvPr id="67" name="Google Shape;67;p5"/>
            <p:cNvGrpSpPr/>
            <p:nvPr/>
          </p:nvGrpSpPr>
          <p:grpSpPr>
            <a:xfrm>
              <a:off x="6427800" y="3923280"/>
              <a:ext cx="1533600" cy="563760"/>
              <a:chOff x="6427800" y="3923280"/>
              <a:chExt cx="1533600" cy="563760"/>
            </a:xfrm>
          </p:grpSpPr>
          <p:sp>
            <p:nvSpPr>
              <p:cNvPr id="68" name="Google Shape;68;p5"/>
              <p:cNvSpPr/>
              <p:nvPr/>
            </p:nvSpPr>
            <p:spPr>
              <a:xfrm>
                <a:off x="6427800" y="3923280"/>
                <a:ext cx="1533600" cy="563760"/>
              </a:xfrm>
              <a:custGeom>
                <a:rect b="b" l="l" r="r" t="t"/>
                <a:pathLst>
                  <a:path extrusionOk="0" h="513492" w="1396269">
                    <a:moveTo>
                      <a:pt x="1334738" y="0"/>
                    </a:moveTo>
                    <a:cubicBezTo>
                      <a:pt x="1368721" y="0"/>
                      <a:pt x="1396270" y="27548"/>
                      <a:pt x="1396270" y="61531"/>
                    </a:cubicBezTo>
                    <a:lnTo>
                      <a:pt x="1396270" y="451961"/>
                    </a:lnTo>
                    <a:cubicBezTo>
                      <a:pt x="1396270" y="485944"/>
                      <a:pt x="1368722" y="513493"/>
                      <a:pt x="1334738" y="513493"/>
                    </a:cubicBezTo>
                    <a:lnTo>
                      <a:pt x="61532" y="513493"/>
                    </a:lnTo>
                    <a:cubicBezTo>
                      <a:pt x="27549" y="513493"/>
                      <a:pt x="0" y="485944"/>
                      <a:pt x="0" y="451961"/>
                    </a:cubicBezTo>
                    <a:lnTo>
                      <a:pt x="0" y="61531"/>
                    </a:lnTo>
                    <a:cubicBezTo>
                      <a:pt x="0" y="27549"/>
                      <a:pt x="27548" y="0"/>
                      <a:pt x="61532" y="0"/>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69" name="Google Shape;69;p5"/>
              <p:cNvSpPr/>
              <p:nvPr/>
            </p:nvSpPr>
            <p:spPr>
              <a:xfrm>
                <a:off x="6567480" y="3963600"/>
                <a:ext cx="84600" cy="84600"/>
              </a:xfrm>
              <a:custGeom>
                <a:rect b="b" l="l" r="r" t="t"/>
                <a:pathLst>
                  <a:path extrusionOk="0" h="77247" w="77247">
                    <a:moveTo>
                      <a:pt x="0" y="0"/>
                    </a:moveTo>
                    <a:lnTo>
                      <a:pt x="77248" y="0"/>
                    </a:lnTo>
                    <a:lnTo>
                      <a:pt x="77248" y="77248"/>
                    </a:lnTo>
                    <a:lnTo>
                      <a:pt x="0" y="77248"/>
                    </a:lnTo>
                    <a:close/>
                  </a:path>
                </a:pathLst>
              </a:custGeom>
              <a:solidFill>
                <a:schemeClr val="accent4"/>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nvGrpSpPr>
              <p:cNvPr id="70" name="Google Shape;70;p5"/>
              <p:cNvGrpSpPr/>
              <p:nvPr/>
            </p:nvGrpSpPr>
            <p:grpSpPr>
              <a:xfrm>
                <a:off x="6744600" y="3963960"/>
                <a:ext cx="477720" cy="84600"/>
                <a:chOff x="6744600" y="3963960"/>
                <a:chExt cx="477720" cy="84600"/>
              </a:xfrm>
            </p:grpSpPr>
            <p:sp>
              <p:nvSpPr>
                <p:cNvPr id="71" name="Google Shape;71;p5"/>
                <p:cNvSpPr/>
                <p:nvPr/>
              </p:nvSpPr>
              <p:spPr>
                <a:xfrm>
                  <a:off x="6744600" y="3963960"/>
                  <a:ext cx="84600" cy="84600"/>
                </a:xfrm>
                <a:custGeom>
                  <a:rect b="b" l="l" r="r" t="t"/>
                  <a:pathLst>
                    <a:path extrusionOk="0" h="77247" w="77247">
                      <a:moveTo>
                        <a:pt x="0" y="0"/>
                      </a:moveTo>
                      <a:lnTo>
                        <a:pt x="77248" y="0"/>
                      </a:lnTo>
                      <a:lnTo>
                        <a:pt x="77248" y="77248"/>
                      </a:lnTo>
                      <a:lnTo>
                        <a:pt x="0" y="77248"/>
                      </a:lnTo>
                      <a:close/>
                    </a:path>
                  </a:pathLst>
                </a:custGeom>
                <a:solidFill>
                  <a:schemeClr val="accent4"/>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72" name="Google Shape;72;p5"/>
                <p:cNvSpPr/>
                <p:nvPr/>
              </p:nvSpPr>
              <p:spPr>
                <a:xfrm>
                  <a:off x="6842880" y="3963960"/>
                  <a:ext cx="84600" cy="84600"/>
                </a:xfrm>
                <a:custGeom>
                  <a:rect b="b" l="l" r="r" t="t"/>
                  <a:pathLst>
                    <a:path extrusionOk="0" h="77247" w="77247">
                      <a:moveTo>
                        <a:pt x="0" y="0"/>
                      </a:moveTo>
                      <a:lnTo>
                        <a:pt x="77248" y="0"/>
                      </a:lnTo>
                      <a:lnTo>
                        <a:pt x="77248" y="77248"/>
                      </a:lnTo>
                      <a:lnTo>
                        <a:pt x="0" y="77248"/>
                      </a:lnTo>
                      <a:close/>
                    </a:path>
                  </a:pathLst>
                </a:custGeom>
                <a:solidFill>
                  <a:schemeClr val="accent4"/>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73" name="Google Shape;73;p5"/>
                <p:cNvSpPr/>
                <p:nvPr/>
              </p:nvSpPr>
              <p:spPr>
                <a:xfrm>
                  <a:off x="6941160" y="3963960"/>
                  <a:ext cx="84600" cy="84600"/>
                </a:xfrm>
                <a:custGeom>
                  <a:rect b="b" l="l" r="r" t="t"/>
                  <a:pathLst>
                    <a:path extrusionOk="0" h="77247" w="77247">
                      <a:moveTo>
                        <a:pt x="0" y="0"/>
                      </a:moveTo>
                      <a:lnTo>
                        <a:pt x="77247" y="0"/>
                      </a:lnTo>
                      <a:lnTo>
                        <a:pt x="77247" y="77248"/>
                      </a:lnTo>
                      <a:lnTo>
                        <a:pt x="0" y="77248"/>
                      </a:lnTo>
                      <a:close/>
                    </a:path>
                  </a:pathLst>
                </a:custGeom>
                <a:solidFill>
                  <a:schemeClr val="accent4"/>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74" name="Google Shape;74;p5"/>
                <p:cNvSpPr/>
                <p:nvPr/>
              </p:nvSpPr>
              <p:spPr>
                <a:xfrm>
                  <a:off x="7039440" y="3963960"/>
                  <a:ext cx="84600" cy="84600"/>
                </a:xfrm>
                <a:custGeom>
                  <a:rect b="b" l="l" r="r" t="t"/>
                  <a:pathLst>
                    <a:path extrusionOk="0" h="77247" w="77247">
                      <a:moveTo>
                        <a:pt x="0" y="0"/>
                      </a:moveTo>
                      <a:lnTo>
                        <a:pt x="77247" y="0"/>
                      </a:lnTo>
                      <a:lnTo>
                        <a:pt x="77247" y="77248"/>
                      </a:lnTo>
                      <a:lnTo>
                        <a:pt x="0" y="77248"/>
                      </a:lnTo>
                      <a:close/>
                    </a:path>
                  </a:pathLst>
                </a:custGeom>
                <a:solidFill>
                  <a:schemeClr val="accent4"/>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75" name="Google Shape;75;p5"/>
                <p:cNvSpPr/>
                <p:nvPr/>
              </p:nvSpPr>
              <p:spPr>
                <a:xfrm>
                  <a:off x="7137720" y="3963960"/>
                  <a:ext cx="84600" cy="84600"/>
                </a:xfrm>
                <a:custGeom>
                  <a:rect b="b" l="l" r="r" t="t"/>
                  <a:pathLst>
                    <a:path extrusionOk="0" h="77247" w="77247">
                      <a:moveTo>
                        <a:pt x="0" y="0"/>
                      </a:moveTo>
                      <a:lnTo>
                        <a:pt x="77248" y="0"/>
                      </a:lnTo>
                      <a:lnTo>
                        <a:pt x="77248" y="77248"/>
                      </a:lnTo>
                      <a:lnTo>
                        <a:pt x="0" y="77248"/>
                      </a:lnTo>
                      <a:close/>
                    </a:path>
                  </a:pathLst>
                </a:custGeom>
                <a:solidFill>
                  <a:schemeClr val="accent4"/>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nvGrpSpPr>
              <p:cNvPr id="76" name="Google Shape;76;p5"/>
              <p:cNvGrpSpPr/>
              <p:nvPr/>
            </p:nvGrpSpPr>
            <p:grpSpPr>
              <a:xfrm>
                <a:off x="7329960" y="3963960"/>
                <a:ext cx="478080" cy="84600"/>
                <a:chOff x="7329960" y="3963960"/>
                <a:chExt cx="478080" cy="84600"/>
              </a:xfrm>
            </p:grpSpPr>
            <p:sp>
              <p:nvSpPr>
                <p:cNvPr id="77" name="Google Shape;77;p5"/>
                <p:cNvSpPr/>
                <p:nvPr/>
              </p:nvSpPr>
              <p:spPr>
                <a:xfrm>
                  <a:off x="7329960" y="3963960"/>
                  <a:ext cx="84600" cy="84600"/>
                </a:xfrm>
                <a:custGeom>
                  <a:rect b="b" l="l" r="r" t="t"/>
                  <a:pathLst>
                    <a:path extrusionOk="0" h="77247" w="77247">
                      <a:moveTo>
                        <a:pt x="0" y="0"/>
                      </a:moveTo>
                      <a:lnTo>
                        <a:pt x="77247" y="0"/>
                      </a:lnTo>
                      <a:lnTo>
                        <a:pt x="77247" y="77248"/>
                      </a:lnTo>
                      <a:lnTo>
                        <a:pt x="0" y="77248"/>
                      </a:lnTo>
                      <a:close/>
                    </a:path>
                  </a:pathLst>
                </a:custGeom>
                <a:solidFill>
                  <a:schemeClr val="accent4"/>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78" name="Google Shape;78;p5"/>
                <p:cNvSpPr/>
                <p:nvPr/>
              </p:nvSpPr>
              <p:spPr>
                <a:xfrm>
                  <a:off x="7428240" y="3963960"/>
                  <a:ext cx="84600" cy="84600"/>
                </a:xfrm>
                <a:custGeom>
                  <a:rect b="b" l="l" r="r" t="t"/>
                  <a:pathLst>
                    <a:path extrusionOk="0" h="77247" w="77247">
                      <a:moveTo>
                        <a:pt x="0" y="0"/>
                      </a:moveTo>
                      <a:lnTo>
                        <a:pt x="77247" y="0"/>
                      </a:lnTo>
                      <a:lnTo>
                        <a:pt x="77247" y="77248"/>
                      </a:lnTo>
                      <a:lnTo>
                        <a:pt x="0" y="77248"/>
                      </a:lnTo>
                      <a:close/>
                    </a:path>
                  </a:pathLst>
                </a:custGeom>
                <a:solidFill>
                  <a:schemeClr val="accent4"/>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79" name="Google Shape;79;p5"/>
                <p:cNvSpPr/>
                <p:nvPr/>
              </p:nvSpPr>
              <p:spPr>
                <a:xfrm>
                  <a:off x="7526520" y="3963960"/>
                  <a:ext cx="84600" cy="84600"/>
                </a:xfrm>
                <a:custGeom>
                  <a:rect b="b" l="l" r="r" t="t"/>
                  <a:pathLst>
                    <a:path extrusionOk="0" h="77247" w="77247">
                      <a:moveTo>
                        <a:pt x="0" y="0"/>
                      </a:moveTo>
                      <a:lnTo>
                        <a:pt x="77248" y="0"/>
                      </a:lnTo>
                      <a:lnTo>
                        <a:pt x="77248" y="77248"/>
                      </a:lnTo>
                      <a:lnTo>
                        <a:pt x="0" y="77248"/>
                      </a:lnTo>
                      <a:close/>
                    </a:path>
                  </a:pathLst>
                </a:custGeom>
                <a:solidFill>
                  <a:schemeClr val="accent4"/>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80" name="Google Shape;80;p5"/>
                <p:cNvSpPr/>
                <p:nvPr/>
              </p:nvSpPr>
              <p:spPr>
                <a:xfrm>
                  <a:off x="7625160" y="3963960"/>
                  <a:ext cx="84600" cy="84600"/>
                </a:xfrm>
                <a:custGeom>
                  <a:rect b="b" l="l" r="r" t="t"/>
                  <a:pathLst>
                    <a:path extrusionOk="0" h="77247" w="77247">
                      <a:moveTo>
                        <a:pt x="0" y="0"/>
                      </a:moveTo>
                      <a:lnTo>
                        <a:pt x="77248" y="0"/>
                      </a:lnTo>
                      <a:lnTo>
                        <a:pt x="77248" y="77248"/>
                      </a:lnTo>
                      <a:lnTo>
                        <a:pt x="0" y="77248"/>
                      </a:lnTo>
                      <a:close/>
                    </a:path>
                  </a:pathLst>
                </a:custGeom>
                <a:solidFill>
                  <a:schemeClr val="accent4"/>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81" name="Google Shape;81;p5"/>
                <p:cNvSpPr/>
                <p:nvPr/>
              </p:nvSpPr>
              <p:spPr>
                <a:xfrm>
                  <a:off x="7723440" y="3963960"/>
                  <a:ext cx="84600" cy="84600"/>
                </a:xfrm>
                <a:custGeom>
                  <a:rect b="b" l="l" r="r" t="t"/>
                  <a:pathLst>
                    <a:path extrusionOk="0" h="77247" w="77247">
                      <a:moveTo>
                        <a:pt x="0" y="0"/>
                      </a:moveTo>
                      <a:lnTo>
                        <a:pt x="77248" y="0"/>
                      </a:lnTo>
                      <a:lnTo>
                        <a:pt x="77248" y="77248"/>
                      </a:lnTo>
                      <a:lnTo>
                        <a:pt x="0" y="77248"/>
                      </a:lnTo>
                      <a:close/>
                    </a:path>
                  </a:pathLst>
                </a:custGeom>
                <a:solidFill>
                  <a:schemeClr val="accent4"/>
                </a:solidFill>
                <a:ln>
                  <a:noFill/>
                </a:ln>
              </p:spPr>
              <p:txBody>
                <a:bodyPr anchorCtr="0" anchor="ctr" bIns="42475" lIns="91425" spcFirstLastPara="1" rIns="91425" wrap="square" tIns="424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nvGrpSpPr>
              <p:cNvPr id="82" name="Google Shape;82;p5"/>
              <p:cNvGrpSpPr/>
              <p:nvPr/>
            </p:nvGrpSpPr>
            <p:grpSpPr>
              <a:xfrm>
                <a:off x="6465240" y="4095000"/>
                <a:ext cx="1462680" cy="86040"/>
                <a:chOff x="6465240" y="4095000"/>
                <a:chExt cx="1462680" cy="86040"/>
              </a:xfrm>
            </p:grpSpPr>
            <p:sp>
              <p:nvSpPr>
                <p:cNvPr id="83" name="Google Shape;83;p5"/>
                <p:cNvSpPr/>
                <p:nvPr/>
              </p:nvSpPr>
              <p:spPr>
                <a:xfrm>
                  <a:off x="6465240" y="4095000"/>
                  <a:ext cx="86040" cy="86040"/>
                </a:xfrm>
                <a:custGeom>
                  <a:rect b="b" l="l" r="r" t="t"/>
                  <a:pathLst>
                    <a:path extrusionOk="0" h="78581" w="78581">
                      <a:moveTo>
                        <a:pt x="0" y="0"/>
                      </a:moveTo>
                      <a:lnTo>
                        <a:pt x="78581" y="0"/>
                      </a:lnTo>
                      <a:lnTo>
                        <a:pt x="78581" y="78582"/>
                      </a:lnTo>
                      <a:lnTo>
                        <a:pt x="0" y="78582"/>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84" name="Google Shape;84;p5"/>
                <p:cNvSpPr/>
                <p:nvPr/>
              </p:nvSpPr>
              <p:spPr>
                <a:xfrm>
                  <a:off x="6579720" y="4095000"/>
                  <a:ext cx="86040" cy="86040"/>
                </a:xfrm>
                <a:custGeom>
                  <a:rect b="b" l="l" r="r" t="t"/>
                  <a:pathLst>
                    <a:path extrusionOk="0" h="78581" w="78581">
                      <a:moveTo>
                        <a:pt x="0" y="0"/>
                      </a:moveTo>
                      <a:lnTo>
                        <a:pt x="78581" y="0"/>
                      </a:lnTo>
                      <a:lnTo>
                        <a:pt x="78581" y="78582"/>
                      </a:lnTo>
                      <a:lnTo>
                        <a:pt x="0" y="78582"/>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85" name="Google Shape;85;p5"/>
                <p:cNvSpPr/>
                <p:nvPr/>
              </p:nvSpPr>
              <p:spPr>
                <a:xfrm>
                  <a:off x="6694560" y="4095000"/>
                  <a:ext cx="86040" cy="86040"/>
                </a:xfrm>
                <a:custGeom>
                  <a:rect b="b" l="l" r="r" t="t"/>
                  <a:pathLst>
                    <a:path extrusionOk="0" h="78581" w="78581">
                      <a:moveTo>
                        <a:pt x="0" y="0"/>
                      </a:moveTo>
                      <a:lnTo>
                        <a:pt x="78581" y="0"/>
                      </a:lnTo>
                      <a:lnTo>
                        <a:pt x="78581" y="78582"/>
                      </a:lnTo>
                      <a:lnTo>
                        <a:pt x="0" y="78582"/>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86" name="Google Shape;86;p5"/>
                <p:cNvSpPr/>
                <p:nvPr/>
              </p:nvSpPr>
              <p:spPr>
                <a:xfrm>
                  <a:off x="6809400" y="4095000"/>
                  <a:ext cx="86040" cy="86040"/>
                </a:xfrm>
                <a:custGeom>
                  <a:rect b="b" l="l" r="r" t="t"/>
                  <a:pathLst>
                    <a:path extrusionOk="0" h="78581" w="78581">
                      <a:moveTo>
                        <a:pt x="0" y="0"/>
                      </a:moveTo>
                      <a:lnTo>
                        <a:pt x="78581" y="0"/>
                      </a:lnTo>
                      <a:lnTo>
                        <a:pt x="78581" y="78582"/>
                      </a:lnTo>
                      <a:lnTo>
                        <a:pt x="0" y="78582"/>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87" name="Google Shape;87;p5"/>
                <p:cNvSpPr/>
                <p:nvPr/>
              </p:nvSpPr>
              <p:spPr>
                <a:xfrm>
                  <a:off x="6923880" y="4095000"/>
                  <a:ext cx="86040" cy="86040"/>
                </a:xfrm>
                <a:custGeom>
                  <a:rect b="b" l="l" r="r" t="t"/>
                  <a:pathLst>
                    <a:path extrusionOk="0" h="78581" w="78581">
                      <a:moveTo>
                        <a:pt x="0" y="0"/>
                      </a:moveTo>
                      <a:lnTo>
                        <a:pt x="78581" y="0"/>
                      </a:lnTo>
                      <a:lnTo>
                        <a:pt x="78581" y="78582"/>
                      </a:lnTo>
                      <a:lnTo>
                        <a:pt x="0" y="78582"/>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88" name="Google Shape;88;p5"/>
                <p:cNvSpPr/>
                <p:nvPr/>
              </p:nvSpPr>
              <p:spPr>
                <a:xfrm>
                  <a:off x="7038720" y="4095000"/>
                  <a:ext cx="86040" cy="86040"/>
                </a:xfrm>
                <a:custGeom>
                  <a:rect b="b" l="l" r="r" t="t"/>
                  <a:pathLst>
                    <a:path extrusionOk="0" h="78581" w="78581">
                      <a:moveTo>
                        <a:pt x="0" y="0"/>
                      </a:moveTo>
                      <a:lnTo>
                        <a:pt x="78581" y="0"/>
                      </a:lnTo>
                      <a:lnTo>
                        <a:pt x="78581" y="78582"/>
                      </a:lnTo>
                      <a:lnTo>
                        <a:pt x="0" y="78582"/>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89" name="Google Shape;89;p5"/>
                <p:cNvSpPr/>
                <p:nvPr/>
              </p:nvSpPr>
              <p:spPr>
                <a:xfrm>
                  <a:off x="7153560" y="4095000"/>
                  <a:ext cx="86040" cy="86040"/>
                </a:xfrm>
                <a:custGeom>
                  <a:rect b="b" l="l" r="r" t="t"/>
                  <a:pathLst>
                    <a:path extrusionOk="0" h="78581" w="78581">
                      <a:moveTo>
                        <a:pt x="0" y="0"/>
                      </a:moveTo>
                      <a:lnTo>
                        <a:pt x="78581" y="0"/>
                      </a:lnTo>
                      <a:lnTo>
                        <a:pt x="78581" y="78582"/>
                      </a:lnTo>
                      <a:lnTo>
                        <a:pt x="0" y="78582"/>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90" name="Google Shape;90;p5"/>
                <p:cNvSpPr/>
                <p:nvPr/>
              </p:nvSpPr>
              <p:spPr>
                <a:xfrm>
                  <a:off x="7268040" y="4095000"/>
                  <a:ext cx="86040" cy="86040"/>
                </a:xfrm>
                <a:custGeom>
                  <a:rect b="b" l="l" r="r" t="t"/>
                  <a:pathLst>
                    <a:path extrusionOk="0" h="78581" w="78581">
                      <a:moveTo>
                        <a:pt x="0" y="0"/>
                      </a:moveTo>
                      <a:lnTo>
                        <a:pt x="78581" y="0"/>
                      </a:lnTo>
                      <a:lnTo>
                        <a:pt x="78581" y="78582"/>
                      </a:lnTo>
                      <a:lnTo>
                        <a:pt x="0" y="78582"/>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91" name="Google Shape;91;p5"/>
                <p:cNvSpPr/>
                <p:nvPr/>
              </p:nvSpPr>
              <p:spPr>
                <a:xfrm>
                  <a:off x="7382880" y="4095000"/>
                  <a:ext cx="86040" cy="86040"/>
                </a:xfrm>
                <a:custGeom>
                  <a:rect b="b" l="l" r="r" t="t"/>
                  <a:pathLst>
                    <a:path extrusionOk="0" h="78581" w="78581">
                      <a:moveTo>
                        <a:pt x="0" y="0"/>
                      </a:moveTo>
                      <a:lnTo>
                        <a:pt x="78581" y="0"/>
                      </a:lnTo>
                      <a:lnTo>
                        <a:pt x="78581" y="78582"/>
                      </a:lnTo>
                      <a:lnTo>
                        <a:pt x="0" y="78582"/>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92" name="Google Shape;92;p5"/>
                <p:cNvSpPr/>
                <p:nvPr/>
              </p:nvSpPr>
              <p:spPr>
                <a:xfrm>
                  <a:off x="7497720" y="4095000"/>
                  <a:ext cx="86040" cy="86040"/>
                </a:xfrm>
                <a:custGeom>
                  <a:rect b="b" l="l" r="r" t="t"/>
                  <a:pathLst>
                    <a:path extrusionOk="0" h="78581" w="78581">
                      <a:moveTo>
                        <a:pt x="0" y="0"/>
                      </a:moveTo>
                      <a:lnTo>
                        <a:pt x="78581" y="0"/>
                      </a:lnTo>
                      <a:lnTo>
                        <a:pt x="78581" y="78582"/>
                      </a:lnTo>
                      <a:lnTo>
                        <a:pt x="0" y="78582"/>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93" name="Google Shape;93;p5"/>
                <p:cNvSpPr/>
                <p:nvPr/>
              </p:nvSpPr>
              <p:spPr>
                <a:xfrm>
                  <a:off x="7612200" y="4095000"/>
                  <a:ext cx="86040" cy="86040"/>
                </a:xfrm>
                <a:custGeom>
                  <a:rect b="b" l="l" r="r" t="t"/>
                  <a:pathLst>
                    <a:path extrusionOk="0" h="78581" w="78581">
                      <a:moveTo>
                        <a:pt x="0" y="0"/>
                      </a:moveTo>
                      <a:lnTo>
                        <a:pt x="78581" y="0"/>
                      </a:lnTo>
                      <a:lnTo>
                        <a:pt x="78581" y="78582"/>
                      </a:lnTo>
                      <a:lnTo>
                        <a:pt x="0" y="78582"/>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94" name="Google Shape;94;p5"/>
                <p:cNvSpPr/>
                <p:nvPr/>
              </p:nvSpPr>
              <p:spPr>
                <a:xfrm>
                  <a:off x="7727040" y="4095000"/>
                  <a:ext cx="86040" cy="86040"/>
                </a:xfrm>
                <a:custGeom>
                  <a:rect b="b" l="l" r="r" t="t"/>
                  <a:pathLst>
                    <a:path extrusionOk="0" h="78581" w="78581">
                      <a:moveTo>
                        <a:pt x="0" y="0"/>
                      </a:moveTo>
                      <a:lnTo>
                        <a:pt x="78581" y="0"/>
                      </a:lnTo>
                      <a:lnTo>
                        <a:pt x="78581" y="78582"/>
                      </a:lnTo>
                      <a:lnTo>
                        <a:pt x="0" y="78582"/>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95" name="Google Shape;95;p5"/>
                <p:cNvSpPr/>
                <p:nvPr/>
              </p:nvSpPr>
              <p:spPr>
                <a:xfrm>
                  <a:off x="7841880" y="4095000"/>
                  <a:ext cx="86040" cy="86040"/>
                </a:xfrm>
                <a:custGeom>
                  <a:rect b="b" l="l" r="r" t="t"/>
                  <a:pathLst>
                    <a:path extrusionOk="0" h="78581" w="78581">
                      <a:moveTo>
                        <a:pt x="0" y="0"/>
                      </a:moveTo>
                      <a:lnTo>
                        <a:pt x="78582" y="0"/>
                      </a:lnTo>
                      <a:lnTo>
                        <a:pt x="78582" y="78582"/>
                      </a:lnTo>
                      <a:lnTo>
                        <a:pt x="0" y="78582"/>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nvGrpSpPr>
              <p:cNvPr id="96" name="Google Shape;96;p5"/>
              <p:cNvGrpSpPr/>
              <p:nvPr/>
            </p:nvGrpSpPr>
            <p:grpSpPr>
              <a:xfrm>
                <a:off x="6465240" y="4309560"/>
                <a:ext cx="1462680" cy="86040"/>
                <a:chOff x="6465240" y="4309560"/>
                <a:chExt cx="1462680" cy="86040"/>
              </a:xfrm>
            </p:grpSpPr>
            <p:sp>
              <p:nvSpPr>
                <p:cNvPr id="97" name="Google Shape;97;p5"/>
                <p:cNvSpPr/>
                <p:nvPr/>
              </p:nvSpPr>
              <p:spPr>
                <a:xfrm>
                  <a:off x="6465240" y="4309560"/>
                  <a:ext cx="86040" cy="86040"/>
                </a:xfrm>
                <a:custGeom>
                  <a:rect b="b" l="l" r="r" t="t"/>
                  <a:pathLst>
                    <a:path extrusionOk="0" h="78581" w="78581">
                      <a:moveTo>
                        <a:pt x="0" y="0"/>
                      </a:moveTo>
                      <a:lnTo>
                        <a:pt x="78581" y="0"/>
                      </a:lnTo>
                      <a:lnTo>
                        <a:pt x="78581" y="78581"/>
                      </a:lnTo>
                      <a:lnTo>
                        <a:pt x="0" y="78581"/>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98" name="Google Shape;98;p5"/>
                <p:cNvSpPr/>
                <p:nvPr/>
              </p:nvSpPr>
              <p:spPr>
                <a:xfrm>
                  <a:off x="6579720" y="4309560"/>
                  <a:ext cx="86040" cy="86040"/>
                </a:xfrm>
                <a:custGeom>
                  <a:rect b="b" l="l" r="r" t="t"/>
                  <a:pathLst>
                    <a:path extrusionOk="0" h="78581" w="78581">
                      <a:moveTo>
                        <a:pt x="0" y="0"/>
                      </a:moveTo>
                      <a:lnTo>
                        <a:pt x="78581" y="0"/>
                      </a:lnTo>
                      <a:lnTo>
                        <a:pt x="78581" y="78581"/>
                      </a:lnTo>
                      <a:lnTo>
                        <a:pt x="0" y="78581"/>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99" name="Google Shape;99;p5"/>
                <p:cNvSpPr/>
                <p:nvPr/>
              </p:nvSpPr>
              <p:spPr>
                <a:xfrm>
                  <a:off x="6694560" y="4309560"/>
                  <a:ext cx="546480" cy="86040"/>
                </a:xfrm>
                <a:custGeom>
                  <a:rect b="b" l="l" r="r" t="t"/>
                  <a:pathLst>
                    <a:path extrusionOk="0" h="78581" w="497300">
                      <a:moveTo>
                        <a:pt x="0" y="0"/>
                      </a:moveTo>
                      <a:lnTo>
                        <a:pt x="497300" y="0"/>
                      </a:lnTo>
                      <a:lnTo>
                        <a:pt x="497300" y="78581"/>
                      </a:lnTo>
                      <a:lnTo>
                        <a:pt x="0" y="78581"/>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00" name="Google Shape;100;p5"/>
                <p:cNvSpPr/>
                <p:nvPr/>
              </p:nvSpPr>
              <p:spPr>
                <a:xfrm>
                  <a:off x="7268040" y="4309560"/>
                  <a:ext cx="86040" cy="86040"/>
                </a:xfrm>
                <a:custGeom>
                  <a:rect b="b" l="l" r="r" t="t"/>
                  <a:pathLst>
                    <a:path extrusionOk="0" h="78581" w="78581">
                      <a:moveTo>
                        <a:pt x="0" y="0"/>
                      </a:moveTo>
                      <a:lnTo>
                        <a:pt x="78581" y="0"/>
                      </a:lnTo>
                      <a:lnTo>
                        <a:pt x="78581" y="78581"/>
                      </a:lnTo>
                      <a:lnTo>
                        <a:pt x="0" y="78581"/>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01" name="Google Shape;101;p5"/>
                <p:cNvSpPr/>
                <p:nvPr/>
              </p:nvSpPr>
              <p:spPr>
                <a:xfrm>
                  <a:off x="7382880" y="4309560"/>
                  <a:ext cx="86040" cy="86040"/>
                </a:xfrm>
                <a:custGeom>
                  <a:rect b="b" l="l" r="r" t="t"/>
                  <a:pathLst>
                    <a:path extrusionOk="0" h="78581" w="78581">
                      <a:moveTo>
                        <a:pt x="0" y="0"/>
                      </a:moveTo>
                      <a:lnTo>
                        <a:pt x="78581" y="0"/>
                      </a:lnTo>
                      <a:lnTo>
                        <a:pt x="78581" y="78581"/>
                      </a:lnTo>
                      <a:lnTo>
                        <a:pt x="0" y="78581"/>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02" name="Google Shape;102;p5"/>
                <p:cNvSpPr/>
                <p:nvPr/>
              </p:nvSpPr>
              <p:spPr>
                <a:xfrm>
                  <a:off x="7497720" y="4309560"/>
                  <a:ext cx="86040" cy="86040"/>
                </a:xfrm>
                <a:custGeom>
                  <a:rect b="b" l="l" r="r" t="t"/>
                  <a:pathLst>
                    <a:path extrusionOk="0" h="78581" w="78581">
                      <a:moveTo>
                        <a:pt x="0" y="0"/>
                      </a:moveTo>
                      <a:lnTo>
                        <a:pt x="78581" y="0"/>
                      </a:lnTo>
                      <a:lnTo>
                        <a:pt x="78581" y="78581"/>
                      </a:lnTo>
                      <a:lnTo>
                        <a:pt x="0" y="78581"/>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03" name="Google Shape;103;p5"/>
                <p:cNvSpPr/>
                <p:nvPr/>
              </p:nvSpPr>
              <p:spPr>
                <a:xfrm>
                  <a:off x="7612200" y="4309560"/>
                  <a:ext cx="86040" cy="86040"/>
                </a:xfrm>
                <a:custGeom>
                  <a:rect b="b" l="l" r="r" t="t"/>
                  <a:pathLst>
                    <a:path extrusionOk="0" h="78581" w="78581">
                      <a:moveTo>
                        <a:pt x="0" y="0"/>
                      </a:moveTo>
                      <a:lnTo>
                        <a:pt x="78581" y="0"/>
                      </a:lnTo>
                      <a:lnTo>
                        <a:pt x="78581" y="78581"/>
                      </a:lnTo>
                      <a:lnTo>
                        <a:pt x="0" y="78581"/>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04" name="Google Shape;104;p5"/>
                <p:cNvSpPr/>
                <p:nvPr/>
              </p:nvSpPr>
              <p:spPr>
                <a:xfrm>
                  <a:off x="7727040" y="4309560"/>
                  <a:ext cx="86040" cy="86040"/>
                </a:xfrm>
                <a:custGeom>
                  <a:rect b="b" l="l" r="r" t="t"/>
                  <a:pathLst>
                    <a:path extrusionOk="0" h="78581" w="78581">
                      <a:moveTo>
                        <a:pt x="0" y="0"/>
                      </a:moveTo>
                      <a:lnTo>
                        <a:pt x="78581" y="0"/>
                      </a:lnTo>
                      <a:lnTo>
                        <a:pt x="78581" y="78581"/>
                      </a:lnTo>
                      <a:lnTo>
                        <a:pt x="0" y="78581"/>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05" name="Google Shape;105;p5"/>
                <p:cNvSpPr/>
                <p:nvPr/>
              </p:nvSpPr>
              <p:spPr>
                <a:xfrm>
                  <a:off x="7841880" y="4309560"/>
                  <a:ext cx="86040" cy="86040"/>
                </a:xfrm>
                <a:custGeom>
                  <a:rect b="b" l="l" r="r" t="t"/>
                  <a:pathLst>
                    <a:path extrusionOk="0" h="78581" w="78581">
                      <a:moveTo>
                        <a:pt x="0" y="0"/>
                      </a:moveTo>
                      <a:lnTo>
                        <a:pt x="78582" y="0"/>
                      </a:lnTo>
                      <a:lnTo>
                        <a:pt x="78582" y="78581"/>
                      </a:lnTo>
                      <a:lnTo>
                        <a:pt x="0" y="78581"/>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nvGrpSpPr>
              <p:cNvPr id="106" name="Google Shape;106;p5"/>
              <p:cNvGrpSpPr/>
              <p:nvPr/>
            </p:nvGrpSpPr>
            <p:grpSpPr>
              <a:xfrm>
                <a:off x="6520320" y="4204080"/>
                <a:ext cx="1347840" cy="86040"/>
                <a:chOff x="6520320" y="4204080"/>
                <a:chExt cx="1347840" cy="86040"/>
              </a:xfrm>
            </p:grpSpPr>
            <p:sp>
              <p:nvSpPr>
                <p:cNvPr id="107" name="Google Shape;107;p5"/>
                <p:cNvSpPr/>
                <p:nvPr/>
              </p:nvSpPr>
              <p:spPr>
                <a:xfrm>
                  <a:off x="6520320" y="4204080"/>
                  <a:ext cx="86040" cy="86040"/>
                </a:xfrm>
                <a:custGeom>
                  <a:rect b="b" l="l" r="r" t="t"/>
                  <a:pathLst>
                    <a:path extrusionOk="0" h="78581" w="78581">
                      <a:moveTo>
                        <a:pt x="0" y="0"/>
                      </a:moveTo>
                      <a:lnTo>
                        <a:pt x="78581" y="0"/>
                      </a:lnTo>
                      <a:lnTo>
                        <a:pt x="78581" y="78581"/>
                      </a:lnTo>
                      <a:lnTo>
                        <a:pt x="0" y="78581"/>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08" name="Google Shape;108;p5"/>
                <p:cNvSpPr/>
                <p:nvPr/>
              </p:nvSpPr>
              <p:spPr>
                <a:xfrm>
                  <a:off x="6634800" y="4204080"/>
                  <a:ext cx="86040" cy="86040"/>
                </a:xfrm>
                <a:custGeom>
                  <a:rect b="b" l="l" r="r" t="t"/>
                  <a:pathLst>
                    <a:path extrusionOk="0" h="78581" w="78581">
                      <a:moveTo>
                        <a:pt x="0" y="0"/>
                      </a:moveTo>
                      <a:lnTo>
                        <a:pt x="78581" y="0"/>
                      </a:lnTo>
                      <a:lnTo>
                        <a:pt x="78581" y="78581"/>
                      </a:lnTo>
                      <a:lnTo>
                        <a:pt x="0" y="78581"/>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09" name="Google Shape;109;p5"/>
                <p:cNvSpPr/>
                <p:nvPr/>
              </p:nvSpPr>
              <p:spPr>
                <a:xfrm>
                  <a:off x="6749640" y="4204080"/>
                  <a:ext cx="86040" cy="86040"/>
                </a:xfrm>
                <a:custGeom>
                  <a:rect b="b" l="l" r="r" t="t"/>
                  <a:pathLst>
                    <a:path extrusionOk="0" h="78581" w="78581">
                      <a:moveTo>
                        <a:pt x="0" y="0"/>
                      </a:moveTo>
                      <a:lnTo>
                        <a:pt x="78581" y="0"/>
                      </a:lnTo>
                      <a:lnTo>
                        <a:pt x="78581" y="78581"/>
                      </a:lnTo>
                      <a:lnTo>
                        <a:pt x="0" y="78581"/>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0" name="Google Shape;110;p5"/>
                <p:cNvSpPr/>
                <p:nvPr/>
              </p:nvSpPr>
              <p:spPr>
                <a:xfrm>
                  <a:off x="6864480" y="4204080"/>
                  <a:ext cx="86040" cy="86040"/>
                </a:xfrm>
                <a:custGeom>
                  <a:rect b="b" l="l" r="r" t="t"/>
                  <a:pathLst>
                    <a:path extrusionOk="0" h="78581" w="78581">
                      <a:moveTo>
                        <a:pt x="0" y="0"/>
                      </a:moveTo>
                      <a:lnTo>
                        <a:pt x="78581" y="0"/>
                      </a:lnTo>
                      <a:lnTo>
                        <a:pt x="78581" y="78581"/>
                      </a:lnTo>
                      <a:lnTo>
                        <a:pt x="0" y="78581"/>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1" name="Google Shape;111;p5"/>
                <p:cNvSpPr/>
                <p:nvPr/>
              </p:nvSpPr>
              <p:spPr>
                <a:xfrm>
                  <a:off x="6978960" y="4204080"/>
                  <a:ext cx="86040" cy="86040"/>
                </a:xfrm>
                <a:custGeom>
                  <a:rect b="b" l="l" r="r" t="t"/>
                  <a:pathLst>
                    <a:path extrusionOk="0" h="78581" w="78581">
                      <a:moveTo>
                        <a:pt x="0" y="0"/>
                      </a:moveTo>
                      <a:lnTo>
                        <a:pt x="78581" y="0"/>
                      </a:lnTo>
                      <a:lnTo>
                        <a:pt x="78581" y="78581"/>
                      </a:lnTo>
                      <a:lnTo>
                        <a:pt x="0" y="78581"/>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2" name="Google Shape;112;p5"/>
                <p:cNvSpPr/>
                <p:nvPr/>
              </p:nvSpPr>
              <p:spPr>
                <a:xfrm>
                  <a:off x="7093800" y="4204080"/>
                  <a:ext cx="86040" cy="86040"/>
                </a:xfrm>
                <a:custGeom>
                  <a:rect b="b" l="l" r="r" t="t"/>
                  <a:pathLst>
                    <a:path extrusionOk="0" h="78581" w="78581">
                      <a:moveTo>
                        <a:pt x="0" y="0"/>
                      </a:moveTo>
                      <a:lnTo>
                        <a:pt x="78581" y="0"/>
                      </a:lnTo>
                      <a:lnTo>
                        <a:pt x="78581" y="78581"/>
                      </a:lnTo>
                      <a:lnTo>
                        <a:pt x="0" y="78581"/>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3" name="Google Shape;113;p5"/>
                <p:cNvSpPr/>
                <p:nvPr/>
              </p:nvSpPr>
              <p:spPr>
                <a:xfrm>
                  <a:off x="7208640" y="4204080"/>
                  <a:ext cx="86040" cy="86040"/>
                </a:xfrm>
                <a:custGeom>
                  <a:rect b="b" l="l" r="r" t="t"/>
                  <a:pathLst>
                    <a:path extrusionOk="0" h="78581" w="78581">
                      <a:moveTo>
                        <a:pt x="0" y="0"/>
                      </a:moveTo>
                      <a:lnTo>
                        <a:pt x="78581" y="0"/>
                      </a:lnTo>
                      <a:lnTo>
                        <a:pt x="78581" y="78581"/>
                      </a:lnTo>
                      <a:lnTo>
                        <a:pt x="0" y="78581"/>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4" name="Google Shape;114;p5"/>
                <p:cNvSpPr/>
                <p:nvPr/>
              </p:nvSpPr>
              <p:spPr>
                <a:xfrm>
                  <a:off x="7323120" y="4204080"/>
                  <a:ext cx="86040" cy="86040"/>
                </a:xfrm>
                <a:custGeom>
                  <a:rect b="b" l="l" r="r" t="t"/>
                  <a:pathLst>
                    <a:path extrusionOk="0" h="78581" w="78581">
                      <a:moveTo>
                        <a:pt x="0" y="0"/>
                      </a:moveTo>
                      <a:lnTo>
                        <a:pt x="78581" y="0"/>
                      </a:lnTo>
                      <a:lnTo>
                        <a:pt x="78581" y="78581"/>
                      </a:lnTo>
                      <a:lnTo>
                        <a:pt x="0" y="78581"/>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5" name="Google Shape;115;p5"/>
                <p:cNvSpPr/>
                <p:nvPr/>
              </p:nvSpPr>
              <p:spPr>
                <a:xfrm>
                  <a:off x="7437960" y="4204080"/>
                  <a:ext cx="86040" cy="86040"/>
                </a:xfrm>
                <a:custGeom>
                  <a:rect b="b" l="l" r="r" t="t"/>
                  <a:pathLst>
                    <a:path extrusionOk="0" h="78581" w="78581">
                      <a:moveTo>
                        <a:pt x="0" y="0"/>
                      </a:moveTo>
                      <a:lnTo>
                        <a:pt x="78581" y="0"/>
                      </a:lnTo>
                      <a:lnTo>
                        <a:pt x="78581" y="78581"/>
                      </a:lnTo>
                      <a:lnTo>
                        <a:pt x="0" y="78581"/>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6" name="Google Shape;116;p5"/>
                <p:cNvSpPr/>
                <p:nvPr/>
              </p:nvSpPr>
              <p:spPr>
                <a:xfrm>
                  <a:off x="7552800" y="4204080"/>
                  <a:ext cx="86040" cy="86040"/>
                </a:xfrm>
                <a:custGeom>
                  <a:rect b="b" l="l" r="r" t="t"/>
                  <a:pathLst>
                    <a:path extrusionOk="0" h="78581" w="78581">
                      <a:moveTo>
                        <a:pt x="0" y="0"/>
                      </a:moveTo>
                      <a:lnTo>
                        <a:pt x="78581" y="0"/>
                      </a:lnTo>
                      <a:lnTo>
                        <a:pt x="78581" y="78581"/>
                      </a:lnTo>
                      <a:lnTo>
                        <a:pt x="0" y="78581"/>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7" name="Google Shape;117;p5"/>
                <p:cNvSpPr/>
                <p:nvPr/>
              </p:nvSpPr>
              <p:spPr>
                <a:xfrm>
                  <a:off x="7667280" y="4204080"/>
                  <a:ext cx="86040" cy="86040"/>
                </a:xfrm>
                <a:custGeom>
                  <a:rect b="b" l="l" r="r" t="t"/>
                  <a:pathLst>
                    <a:path extrusionOk="0" h="78581" w="78581">
                      <a:moveTo>
                        <a:pt x="0" y="0"/>
                      </a:moveTo>
                      <a:lnTo>
                        <a:pt x="78581" y="0"/>
                      </a:lnTo>
                      <a:lnTo>
                        <a:pt x="78581" y="78581"/>
                      </a:lnTo>
                      <a:lnTo>
                        <a:pt x="0" y="78581"/>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8" name="Google Shape;118;p5"/>
                <p:cNvSpPr/>
                <p:nvPr/>
              </p:nvSpPr>
              <p:spPr>
                <a:xfrm>
                  <a:off x="7782120" y="4204080"/>
                  <a:ext cx="86040" cy="86040"/>
                </a:xfrm>
                <a:custGeom>
                  <a:rect b="b" l="l" r="r" t="t"/>
                  <a:pathLst>
                    <a:path extrusionOk="0" h="78581" w="78581">
                      <a:moveTo>
                        <a:pt x="0" y="0"/>
                      </a:moveTo>
                      <a:lnTo>
                        <a:pt x="78581" y="0"/>
                      </a:lnTo>
                      <a:lnTo>
                        <a:pt x="78581" y="78581"/>
                      </a:lnTo>
                      <a:lnTo>
                        <a:pt x="0" y="78581"/>
                      </a:lnTo>
                      <a:close/>
                    </a:path>
                  </a:pathLst>
                </a:custGeom>
                <a:solidFill>
                  <a:schemeClr val="accent4"/>
                </a:solidFill>
                <a:ln>
                  <a:noFill/>
                </a:ln>
              </p:spPr>
              <p:txBody>
                <a:bodyPr anchorCtr="0" anchor="ctr" bIns="43200" lIns="91425" spcFirstLastPara="1" rIns="91425" wrap="square" tIns="432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sp>
            <p:nvSpPr>
              <p:cNvPr id="119" name="Google Shape;119;p5"/>
              <p:cNvSpPr/>
              <p:nvPr/>
            </p:nvSpPr>
            <p:spPr>
              <a:xfrm>
                <a:off x="7885440" y="3962880"/>
                <a:ext cx="40680" cy="40680"/>
              </a:xfrm>
              <a:custGeom>
                <a:rect b="b" l="l" r="r" t="t"/>
                <a:pathLst>
                  <a:path extrusionOk="0" h="37338" w="37338">
                    <a:moveTo>
                      <a:pt x="37338" y="18669"/>
                    </a:moveTo>
                    <a:cubicBezTo>
                      <a:pt x="37338" y="28980"/>
                      <a:pt x="28980" y="37338"/>
                      <a:pt x="18669" y="37338"/>
                    </a:cubicBezTo>
                    <a:cubicBezTo>
                      <a:pt x="8358" y="37338"/>
                      <a:pt x="0" y="28980"/>
                      <a:pt x="0" y="18669"/>
                    </a:cubicBezTo>
                    <a:cubicBezTo>
                      <a:pt x="0" y="8359"/>
                      <a:pt x="8358" y="0"/>
                      <a:pt x="18669" y="0"/>
                    </a:cubicBezTo>
                    <a:cubicBezTo>
                      <a:pt x="28979" y="0"/>
                      <a:pt x="37338" y="8358"/>
                      <a:pt x="37338" y="18669"/>
                    </a:cubicBezTo>
                    <a:close/>
                  </a:path>
                </a:pathLst>
              </a:custGeom>
              <a:solidFill>
                <a:schemeClr val="lt1"/>
              </a:solidFill>
              <a:ln>
                <a:noFill/>
              </a:ln>
            </p:spPr>
            <p:txBody>
              <a:bodyPr anchorCtr="0" anchor="ctr" bIns="20500" lIns="91425" spcFirstLastPara="1" rIns="91425" wrap="square" tIns="205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120" name="Google Shape;120;p5"/>
            <p:cNvGrpSpPr/>
            <p:nvPr/>
          </p:nvGrpSpPr>
          <p:grpSpPr>
            <a:xfrm>
              <a:off x="6368040" y="2012760"/>
              <a:ext cx="1447920" cy="1250280"/>
              <a:chOff x="6368040" y="2012760"/>
              <a:chExt cx="1447920" cy="1250280"/>
            </a:xfrm>
          </p:grpSpPr>
          <p:sp>
            <p:nvSpPr>
              <p:cNvPr id="121" name="Google Shape;121;p5"/>
              <p:cNvSpPr/>
              <p:nvPr/>
            </p:nvSpPr>
            <p:spPr>
              <a:xfrm>
                <a:off x="6368040" y="2012760"/>
                <a:ext cx="1447920" cy="1250280"/>
              </a:xfrm>
              <a:custGeom>
                <a:rect b="b" l="l" r="r" t="t"/>
                <a:pathLst>
                  <a:path extrusionOk="0" h="1915286" w="1318259">
                    <a:moveTo>
                      <a:pt x="1266444" y="0"/>
                    </a:moveTo>
                    <a:cubicBezTo>
                      <a:pt x="1295061" y="0"/>
                      <a:pt x="1318260" y="23199"/>
                      <a:pt x="1318260" y="51816"/>
                    </a:cubicBezTo>
                    <a:lnTo>
                      <a:pt x="1318260" y="1863471"/>
                    </a:lnTo>
                    <a:cubicBezTo>
                      <a:pt x="1318260" y="1892089"/>
                      <a:pt x="1295061" y="1915287"/>
                      <a:pt x="1266444" y="1915287"/>
                    </a:cubicBezTo>
                    <a:lnTo>
                      <a:pt x="51816" y="1915287"/>
                    </a:lnTo>
                    <a:cubicBezTo>
                      <a:pt x="23198" y="1915287"/>
                      <a:pt x="0" y="1892089"/>
                      <a:pt x="0" y="1863471"/>
                    </a:cubicBezTo>
                    <a:lnTo>
                      <a:pt x="0" y="51816"/>
                    </a:lnTo>
                    <a:cubicBezTo>
                      <a:pt x="0" y="23199"/>
                      <a:pt x="23198" y="0"/>
                      <a:pt x="51816"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22" name="Google Shape;122;p5"/>
              <p:cNvSpPr/>
              <p:nvPr/>
            </p:nvSpPr>
            <p:spPr>
              <a:xfrm>
                <a:off x="6368040" y="2012760"/>
                <a:ext cx="1447920" cy="102960"/>
              </a:xfrm>
              <a:custGeom>
                <a:rect b="b" l="l" r="r" t="t"/>
                <a:pathLst>
                  <a:path extrusionOk="0" h="94107" w="1318259">
                    <a:moveTo>
                      <a:pt x="1318260" y="51816"/>
                    </a:moveTo>
                    <a:lnTo>
                      <a:pt x="1318260" y="94107"/>
                    </a:lnTo>
                    <a:lnTo>
                      <a:pt x="0" y="94107"/>
                    </a:lnTo>
                    <a:lnTo>
                      <a:pt x="0" y="51816"/>
                    </a:lnTo>
                    <a:cubicBezTo>
                      <a:pt x="0" y="23241"/>
                      <a:pt x="23241" y="0"/>
                      <a:pt x="51816" y="0"/>
                    </a:cubicBezTo>
                    <a:lnTo>
                      <a:pt x="1266444" y="0"/>
                    </a:lnTo>
                    <a:cubicBezTo>
                      <a:pt x="1295019" y="0"/>
                      <a:pt x="1318260" y="23241"/>
                      <a:pt x="1318260" y="51816"/>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123" name="Google Shape;123;p5"/>
              <p:cNvGrpSpPr/>
              <p:nvPr/>
            </p:nvGrpSpPr>
            <p:grpSpPr>
              <a:xfrm>
                <a:off x="7606440" y="2051640"/>
                <a:ext cx="154440" cy="33840"/>
                <a:chOff x="7606440" y="2051640"/>
                <a:chExt cx="154440" cy="33840"/>
              </a:xfrm>
            </p:grpSpPr>
            <p:sp>
              <p:nvSpPr>
                <p:cNvPr id="124" name="Google Shape;124;p5"/>
                <p:cNvSpPr/>
                <p:nvPr/>
              </p:nvSpPr>
              <p:spPr>
                <a:xfrm>
                  <a:off x="7727040" y="2051640"/>
                  <a:ext cx="33840" cy="33840"/>
                </a:xfrm>
                <a:custGeom>
                  <a:rect b="b" l="l" r="r" t="t"/>
                  <a:pathLst>
                    <a:path extrusionOk="0" h="31241" w="31241">
                      <a:moveTo>
                        <a:pt x="31242" y="15621"/>
                      </a:moveTo>
                      <a:cubicBezTo>
                        <a:pt x="31242" y="24248"/>
                        <a:pt x="24248" y="31242"/>
                        <a:pt x="15621" y="31242"/>
                      </a:cubicBezTo>
                      <a:cubicBezTo>
                        <a:pt x="6994" y="31242"/>
                        <a:pt x="0" y="24248"/>
                        <a:pt x="0" y="15621"/>
                      </a:cubicBezTo>
                      <a:cubicBezTo>
                        <a:pt x="0" y="6994"/>
                        <a:pt x="6994" y="0"/>
                        <a:pt x="15621" y="0"/>
                      </a:cubicBezTo>
                      <a:cubicBezTo>
                        <a:pt x="24248" y="0"/>
                        <a:pt x="31242" y="6994"/>
                        <a:pt x="31242" y="15621"/>
                      </a:cubicBezTo>
                      <a:close/>
                    </a:path>
                  </a:pathLst>
                </a:custGeom>
                <a:solidFill>
                  <a:schemeClr val="accent2"/>
                </a:solidFill>
                <a:ln>
                  <a:noFill/>
                </a:ln>
              </p:spPr>
              <p:txBody>
                <a:bodyPr anchorCtr="0" anchor="ctr" bIns="16900" lIns="91425" spcFirstLastPara="1" rIns="91425" wrap="square" tIns="169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25" name="Google Shape;125;p5"/>
                <p:cNvSpPr/>
                <p:nvPr/>
              </p:nvSpPr>
              <p:spPr>
                <a:xfrm>
                  <a:off x="7666560" y="2051640"/>
                  <a:ext cx="33840" cy="33840"/>
                </a:xfrm>
                <a:custGeom>
                  <a:rect b="b" l="l" r="r" t="t"/>
                  <a:pathLst>
                    <a:path extrusionOk="0" h="31241" w="31241">
                      <a:moveTo>
                        <a:pt x="31242" y="15621"/>
                      </a:moveTo>
                      <a:cubicBezTo>
                        <a:pt x="31242" y="24248"/>
                        <a:pt x="24248" y="31242"/>
                        <a:pt x="15621" y="31242"/>
                      </a:cubicBezTo>
                      <a:cubicBezTo>
                        <a:pt x="6994" y="31242"/>
                        <a:pt x="0" y="24248"/>
                        <a:pt x="0" y="15621"/>
                      </a:cubicBezTo>
                      <a:cubicBezTo>
                        <a:pt x="0" y="6994"/>
                        <a:pt x="6994" y="0"/>
                        <a:pt x="15621" y="0"/>
                      </a:cubicBezTo>
                      <a:cubicBezTo>
                        <a:pt x="24248" y="0"/>
                        <a:pt x="31242" y="6994"/>
                        <a:pt x="31242" y="15621"/>
                      </a:cubicBezTo>
                      <a:close/>
                    </a:path>
                  </a:pathLst>
                </a:custGeom>
                <a:solidFill>
                  <a:schemeClr val="accent1"/>
                </a:solidFill>
                <a:ln>
                  <a:noFill/>
                </a:ln>
              </p:spPr>
              <p:txBody>
                <a:bodyPr anchorCtr="0" anchor="ctr" bIns="16900" lIns="91425" spcFirstLastPara="1" rIns="91425" wrap="square" tIns="169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26" name="Google Shape;126;p5"/>
                <p:cNvSpPr/>
                <p:nvPr/>
              </p:nvSpPr>
              <p:spPr>
                <a:xfrm>
                  <a:off x="7606440" y="2051640"/>
                  <a:ext cx="33840" cy="33840"/>
                </a:xfrm>
                <a:custGeom>
                  <a:rect b="b" l="l" r="r" t="t"/>
                  <a:pathLst>
                    <a:path extrusionOk="0" h="31241" w="31241">
                      <a:moveTo>
                        <a:pt x="31242" y="15621"/>
                      </a:moveTo>
                      <a:cubicBezTo>
                        <a:pt x="31242" y="24248"/>
                        <a:pt x="24248" y="31242"/>
                        <a:pt x="15621" y="31242"/>
                      </a:cubicBezTo>
                      <a:cubicBezTo>
                        <a:pt x="6993" y="31242"/>
                        <a:pt x="-1" y="24248"/>
                        <a:pt x="-1" y="15621"/>
                      </a:cubicBezTo>
                      <a:cubicBezTo>
                        <a:pt x="-1" y="6994"/>
                        <a:pt x="6993" y="0"/>
                        <a:pt x="15621" y="0"/>
                      </a:cubicBezTo>
                      <a:cubicBezTo>
                        <a:pt x="24248" y="0"/>
                        <a:pt x="31242" y="6994"/>
                        <a:pt x="31242" y="15621"/>
                      </a:cubicBezTo>
                      <a:close/>
                    </a:path>
                  </a:pathLst>
                </a:custGeom>
                <a:solidFill>
                  <a:schemeClr val="lt2"/>
                </a:solidFill>
                <a:ln>
                  <a:noFill/>
                </a:ln>
              </p:spPr>
              <p:txBody>
                <a:bodyPr anchorCtr="0" anchor="ctr" bIns="16900" lIns="91425" spcFirstLastPara="1" rIns="91425" wrap="square" tIns="169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sp>
            <p:nvSpPr>
              <p:cNvPr id="127" name="Google Shape;127;p5"/>
              <p:cNvSpPr/>
              <p:nvPr/>
            </p:nvSpPr>
            <p:spPr>
              <a:xfrm>
                <a:off x="6390000" y="2137680"/>
                <a:ext cx="1403640" cy="561600"/>
              </a:xfrm>
              <a:custGeom>
                <a:rect b="b" l="l" r="r" t="t"/>
                <a:pathLst>
                  <a:path extrusionOk="0" h="511682" w="1278064">
                    <a:moveTo>
                      <a:pt x="0" y="0"/>
                    </a:moveTo>
                    <a:lnTo>
                      <a:pt x="1278064" y="0"/>
                    </a:lnTo>
                    <a:lnTo>
                      <a:pt x="1278064" y="511683"/>
                    </a:lnTo>
                    <a:lnTo>
                      <a:pt x="0" y="511683"/>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28" name="Google Shape;128;p5"/>
              <p:cNvSpPr/>
              <p:nvPr/>
            </p:nvSpPr>
            <p:spPr>
              <a:xfrm>
                <a:off x="6430320" y="2758320"/>
                <a:ext cx="386280" cy="335520"/>
              </a:xfrm>
              <a:custGeom>
                <a:rect b="b" l="l" r="r" t="t"/>
                <a:pathLst>
                  <a:path extrusionOk="0" h="305657" w="352044">
                    <a:moveTo>
                      <a:pt x="0" y="0"/>
                    </a:moveTo>
                    <a:lnTo>
                      <a:pt x="352044" y="0"/>
                    </a:lnTo>
                    <a:lnTo>
                      <a:pt x="352044" y="305657"/>
                    </a:lnTo>
                    <a:lnTo>
                      <a:pt x="0" y="305657"/>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29" name="Google Shape;129;p5"/>
              <p:cNvSpPr/>
              <p:nvPr/>
            </p:nvSpPr>
            <p:spPr>
              <a:xfrm>
                <a:off x="6854760" y="2758320"/>
                <a:ext cx="905040" cy="25200"/>
              </a:xfrm>
              <a:custGeom>
                <a:rect b="b" l="l" r="r" t="t"/>
                <a:pathLst>
                  <a:path extrusionOk="0" h="23240" w="824198">
                    <a:moveTo>
                      <a:pt x="0" y="0"/>
                    </a:moveTo>
                    <a:lnTo>
                      <a:pt x="824199" y="0"/>
                    </a:lnTo>
                    <a:lnTo>
                      <a:pt x="824199" y="23241"/>
                    </a:lnTo>
                    <a:lnTo>
                      <a:pt x="0" y="23241"/>
                    </a:lnTo>
                    <a:close/>
                  </a:path>
                </a:pathLst>
              </a:custGeom>
              <a:solidFill>
                <a:srgbClr val="FFFFFF"/>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30" name="Google Shape;130;p5"/>
              <p:cNvSpPr/>
              <p:nvPr/>
            </p:nvSpPr>
            <p:spPr>
              <a:xfrm>
                <a:off x="6854760" y="2820600"/>
                <a:ext cx="905040" cy="25200"/>
              </a:xfrm>
              <a:custGeom>
                <a:rect b="b" l="l" r="r" t="t"/>
                <a:pathLst>
                  <a:path extrusionOk="0" h="23240" w="824198">
                    <a:moveTo>
                      <a:pt x="0" y="0"/>
                    </a:moveTo>
                    <a:lnTo>
                      <a:pt x="824199" y="0"/>
                    </a:lnTo>
                    <a:lnTo>
                      <a:pt x="824199" y="23241"/>
                    </a:lnTo>
                    <a:lnTo>
                      <a:pt x="0" y="23241"/>
                    </a:lnTo>
                    <a:close/>
                  </a:path>
                </a:pathLst>
              </a:custGeom>
              <a:solidFill>
                <a:srgbClr val="FFFFFF"/>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31" name="Google Shape;131;p5"/>
              <p:cNvSpPr/>
              <p:nvPr/>
            </p:nvSpPr>
            <p:spPr>
              <a:xfrm>
                <a:off x="6854760" y="2883240"/>
                <a:ext cx="905040" cy="25200"/>
              </a:xfrm>
              <a:custGeom>
                <a:rect b="b" l="l" r="r" t="t"/>
                <a:pathLst>
                  <a:path extrusionOk="0" h="23240" w="824198">
                    <a:moveTo>
                      <a:pt x="0" y="0"/>
                    </a:moveTo>
                    <a:lnTo>
                      <a:pt x="824199" y="0"/>
                    </a:lnTo>
                    <a:lnTo>
                      <a:pt x="824199" y="23241"/>
                    </a:lnTo>
                    <a:lnTo>
                      <a:pt x="0" y="23241"/>
                    </a:lnTo>
                    <a:close/>
                  </a:path>
                </a:pathLst>
              </a:custGeom>
              <a:solidFill>
                <a:srgbClr val="FFFFFF"/>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32" name="Google Shape;132;p5"/>
              <p:cNvSpPr/>
              <p:nvPr/>
            </p:nvSpPr>
            <p:spPr>
              <a:xfrm>
                <a:off x="6854760" y="2945520"/>
                <a:ext cx="905040" cy="25200"/>
              </a:xfrm>
              <a:custGeom>
                <a:rect b="b" l="l" r="r" t="t"/>
                <a:pathLst>
                  <a:path extrusionOk="0" h="23240" w="824198">
                    <a:moveTo>
                      <a:pt x="0" y="0"/>
                    </a:moveTo>
                    <a:lnTo>
                      <a:pt x="824199" y="0"/>
                    </a:lnTo>
                    <a:lnTo>
                      <a:pt x="824199" y="23241"/>
                    </a:lnTo>
                    <a:lnTo>
                      <a:pt x="0" y="23241"/>
                    </a:lnTo>
                    <a:close/>
                  </a:path>
                </a:pathLst>
              </a:custGeom>
              <a:solidFill>
                <a:srgbClr val="FFFFFF"/>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133" name="Google Shape;133;p5"/>
              <p:cNvGrpSpPr/>
              <p:nvPr/>
            </p:nvGrpSpPr>
            <p:grpSpPr>
              <a:xfrm>
                <a:off x="7497000" y="3038040"/>
                <a:ext cx="263880" cy="56160"/>
                <a:chOff x="7497000" y="3038040"/>
                <a:chExt cx="263880" cy="56160"/>
              </a:xfrm>
            </p:grpSpPr>
            <p:sp>
              <p:nvSpPr>
                <p:cNvPr id="134" name="Google Shape;134;p5"/>
                <p:cNvSpPr/>
                <p:nvPr/>
              </p:nvSpPr>
              <p:spPr>
                <a:xfrm>
                  <a:off x="7497000" y="3038040"/>
                  <a:ext cx="263880" cy="56160"/>
                </a:xfrm>
                <a:custGeom>
                  <a:rect b="b" l="l" r="r" t="t"/>
                  <a:pathLst>
                    <a:path extrusionOk="0" h="51434" w="240411">
                      <a:moveTo>
                        <a:pt x="214694" y="51435"/>
                      </a:moveTo>
                      <a:lnTo>
                        <a:pt x="25718" y="51435"/>
                      </a:lnTo>
                      <a:cubicBezTo>
                        <a:pt x="11525" y="51435"/>
                        <a:pt x="0" y="39814"/>
                        <a:pt x="0" y="25717"/>
                      </a:cubicBezTo>
                      <a:lnTo>
                        <a:pt x="0" y="25717"/>
                      </a:lnTo>
                      <a:cubicBezTo>
                        <a:pt x="0" y="11525"/>
                        <a:pt x="11621" y="0"/>
                        <a:pt x="25718" y="0"/>
                      </a:cubicBezTo>
                      <a:lnTo>
                        <a:pt x="214694" y="0"/>
                      </a:lnTo>
                      <a:cubicBezTo>
                        <a:pt x="228886" y="0"/>
                        <a:pt x="240411" y="11621"/>
                        <a:pt x="240411" y="25717"/>
                      </a:cubicBezTo>
                      <a:lnTo>
                        <a:pt x="240411" y="25717"/>
                      </a:lnTo>
                      <a:cubicBezTo>
                        <a:pt x="240411" y="39909"/>
                        <a:pt x="228791" y="51435"/>
                        <a:pt x="214694" y="51435"/>
                      </a:cubicBezTo>
                      <a:close/>
                    </a:path>
                  </a:pathLst>
                </a:custGeom>
                <a:solidFill>
                  <a:schemeClr val="accent3"/>
                </a:solidFill>
                <a:ln>
                  <a:noFill/>
                </a:ln>
              </p:spPr>
              <p:txBody>
                <a:bodyPr anchorCtr="0" anchor="ctr" bIns="28075" lIns="91425" spcFirstLastPara="1" rIns="91425" wrap="square" tIns="280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35" name="Google Shape;135;p5"/>
                <p:cNvSpPr/>
                <p:nvPr/>
              </p:nvSpPr>
              <p:spPr>
                <a:xfrm>
                  <a:off x="7569720" y="3053520"/>
                  <a:ext cx="118800" cy="25200"/>
                </a:xfrm>
                <a:custGeom>
                  <a:rect b="b" l="l" r="r" t="t"/>
                  <a:pathLst>
                    <a:path extrusionOk="0" h="23240" w="108204">
                      <a:moveTo>
                        <a:pt x="96584" y="23241"/>
                      </a:moveTo>
                      <a:lnTo>
                        <a:pt x="11621" y="23241"/>
                      </a:lnTo>
                      <a:cubicBezTo>
                        <a:pt x="5239" y="23241"/>
                        <a:pt x="0" y="18002"/>
                        <a:pt x="0" y="11620"/>
                      </a:cubicBezTo>
                      <a:lnTo>
                        <a:pt x="0" y="11620"/>
                      </a:lnTo>
                      <a:cubicBezTo>
                        <a:pt x="0" y="5239"/>
                        <a:pt x="5239" y="0"/>
                        <a:pt x="11621" y="0"/>
                      </a:cubicBezTo>
                      <a:lnTo>
                        <a:pt x="96584" y="0"/>
                      </a:lnTo>
                      <a:cubicBezTo>
                        <a:pt x="102965" y="0"/>
                        <a:pt x="108204" y="5239"/>
                        <a:pt x="108204" y="11620"/>
                      </a:cubicBezTo>
                      <a:lnTo>
                        <a:pt x="108204" y="11620"/>
                      </a:lnTo>
                      <a:cubicBezTo>
                        <a:pt x="108204" y="18002"/>
                        <a:pt x="102965" y="23241"/>
                        <a:pt x="96584" y="23241"/>
                      </a:cubicBezTo>
                      <a:close/>
                    </a:path>
                  </a:pathLst>
                </a:custGeom>
                <a:solidFill>
                  <a:schemeClr val="lt1"/>
                </a:solidFill>
                <a:ln>
                  <a:noFill/>
                </a:ln>
              </p:spPr>
              <p:txBody>
                <a:bodyPr anchorCtr="0" anchor="ctr" bIns="12600" lIns="91425" spcFirstLastPara="1" rIns="91425" wrap="square" tIns="126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136" name="Google Shape;136;p5"/>
              <p:cNvGrpSpPr/>
              <p:nvPr/>
            </p:nvGrpSpPr>
            <p:grpSpPr>
              <a:xfrm>
                <a:off x="6430680" y="2372400"/>
                <a:ext cx="1330560" cy="108720"/>
                <a:chOff x="6430680" y="2372400"/>
                <a:chExt cx="1330560" cy="108720"/>
              </a:xfrm>
            </p:grpSpPr>
            <p:sp>
              <p:nvSpPr>
                <p:cNvPr id="137" name="Google Shape;137;p5"/>
                <p:cNvSpPr/>
                <p:nvPr/>
              </p:nvSpPr>
              <p:spPr>
                <a:xfrm>
                  <a:off x="6430680" y="2372400"/>
                  <a:ext cx="54360" cy="108720"/>
                </a:xfrm>
                <a:custGeom>
                  <a:rect b="b" l="l" r="r" t="t"/>
                  <a:pathLst>
                    <a:path extrusionOk="0" h="99250" w="49625">
                      <a:moveTo>
                        <a:pt x="0" y="49625"/>
                      </a:moveTo>
                      <a:lnTo>
                        <a:pt x="49625" y="99251"/>
                      </a:lnTo>
                      <a:lnTo>
                        <a:pt x="49625" y="0"/>
                      </a:lnTo>
                      <a:lnTo>
                        <a:pt x="0" y="4962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38" name="Google Shape;138;p5"/>
                <p:cNvSpPr/>
                <p:nvPr/>
              </p:nvSpPr>
              <p:spPr>
                <a:xfrm>
                  <a:off x="7706880" y="2372400"/>
                  <a:ext cx="54360" cy="108720"/>
                </a:xfrm>
                <a:custGeom>
                  <a:rect b="b" l="l" r="r" t="t"/>
                  <a:pathLst>
                    <a:path extrusionOk="0" h="99250" w="49625">
                      <a:moveTo>
                        <a:pt x="0" y="0"/>
                      </a:moveTo>
                      <a:lnTo>
                        <a:pt x="0" y="99251"/>
                      </a:lnTo>
                      <a:lnTo>
                        <a:pt x="49625" y="49625"/>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139" name="Google Shape;139;p5"/>
              <p:cNvGrpSpPr/>
              <p:nvPr/>
            </p:nvGrpSpPr>
            <p:grpSpPr>
              <a:xfrm>
                <a:off x="6996960" y="2669040"/>
                <a:ext cx="191520" cy="19440"/>
                <a:chOff x="6996960" y="2669040"/>
                <a:chExt cx="191520" cy="19440"/>
              </a:xfrm>
            </p:grpSpPr>
            <p:sp>
              <p:nvSpPr>
                <p:cNvPr id="140" name="Google Shape;140;p5"/>
                <p:cNvSpPr/>
                <p:nvPr/>
              </p:nvSpPr>
              <p:spPr>
                <a:xfrm>
                  <a:off x="6996960" y="2669040"/>
                  <a:ext cx="19440" cy="19440"/>
                </a:xfrm>
                <a:custGeom>
                  <a:rect b="b" l="l" r="r" t="t"/>
                  <a:pathLst>
                    <a:path extrusionOk="0" h="18097" w="18097">
                      <a:moveTo>
                        <a:pt x="18098" y="9049"/>
                      </a:moveTo>
                      <a:cubicBezTo>
                        <a:pt x="18098" y="14002"/>
                        <a:pt x="14097" y="18097"/>
                        <a:pt x="9049" y="18097"/>
                      </a:cubicBezTo>
                      <a:cubicBezTo>
                        <a:pt x="4000" y="18097"/>
                        <a:pt x="0" y="14097"/>
                        <a:pt x="0" y="9049"/>
                      </a:cubicBezTo>
                      <a:cubicBezTo>
                        <a:pt x="0" y="4000"/>
                        <a:pt x="4000" y="0"/>
                        <a:pt x="9049" y="0"/>
                      </a:cubicBezTo>
                      <a:cubicBezTo>
                        <a:pt x="14097" y="0"/>
                        <a:pt x="18098" y="4000"/>
                        <a:pt x="18098" y="9049"/>
                      </a:cubicBezTo>
                      <a:close/>
                    </a:path>
                  </a:pathLst>
                </a:custGeom>
                <a:solidFill>
                  <a:schemeClr val="lt1"/>
                </a:solidFill>
                <a:ln>
                  <a:noFill/>
                </a:ln>
              </p:spPr>
              <p:txBody>
                <a:bodyPr anchorCtr="0" anchor="ctr" bIns="9700" lIns="91425" spcFirstLastPara="1" rIns="91425" wrap="square" tIns="9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41" name="Google Shape;141;p5"/>
                <p:cNvSpPr/>
                <p:nvPr/>
              </p:nvSpPr>
              <p:spPr>
                <a:xfrm>
                  <a:off x="7040160" y="2669040"/>
                  <a:ext cx="19440" cy="19440"/>
                </a:xfrm>
                <a:custGeom>
                  <a:rect b="b" l="l" r="r" t="t"/>
                  <a:pathLst>
                    <a:path extrusionOk="0" h="18097" w="18097">
                      <a:moveTo>
                        <a:pt x="18098" y="9049"/>
                      </a:moveTo>
                      <a:cubicBezTo>
                        <a:pt x="18098" y="14046"/>
                        <a:pt x="14046" y="18098"/>
                        <a:pt x="9049" y="18098"/>
                      </a:cubicBezTo>
                      <a:cubicBezTo>
                        <a:pt x="4051" y="18098"/>
                        <a:pt x="0" y="14046"/>
                        <a:pt x="0" y="9049"/>
                      </a:cubicBezTo>
                      <a:cubicBezTo>
                        <a:pt x="0" y="4051"/>
                        <a:pt x="4051" y="0"/>
                        <a:pt x="9049" y="0"/>
                      </a:cubicBezTo>
                      <a:cubicBezTo>
                        <a:pt x="14046" y="0"/>
                        <a:pt x="18098" y="4051"/>
                        <a:pt x="18098" y="9049"/>
                      </a:cubicBezTo>
                      <a:close/>
                    </a:path>
                  </a:pathLst>
                </a:custGeom>
                <a:solidFill>
                  <a:schemeClr val="dk1"/>
                </a:solidFill>
                <a:ln>
                  <a:noFill/>
                </a:ln>
              </p:spPr>
              <p:txBody>
                <a:bodyPr anchorCtr="0" anchor="ctr" bIns="9700" lIns="91425" spcFirstLastPara="1" rIns="91425" wrap="square" tIns="9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42" name="Google Shape;142;p5"/>
                <p:cNvSpPr/>
                <p:nvPr/>
              </p:nvSpPr>
              <p:spPr>
                <a:xfrm>
                  <a:off x="7083000" y="2669040"/>
                  <a:ext cx="19440" cy="19440"/>
                </a:xfrm>
                <a:custGeom>
                  <a:rect b="b" l="l" r="r" t="t"/>
                  <a:pathLst>
                    <a:path extrusionOk="0" h="18097" w="18097">
                      <a:moveTo>
                        <a:pt x="18097" y="9049"/>
                      </a:moveTo>
                      <a:cubicBezTo>
                        <a:pt x="18097" y="14002"/>
                        <a:pt x="14097" y="18097"/>
                        <a:pt x="9049" y="18097"/>
                      </a:cubicBezTo>
                      <a:cubicBezTo>
                        <a:pt x="4000" y="18097"/>
                        <a:pt x="0" y="14097"/>
                        <a:pt x="0" y="9049"/>
                      </a:cubicBezTo>
                      <a:cubicBezTo>
                        <a:pt x="0" y="4000"/>
                        <a:pt x="4000" y="0"/>
                        <a:pt x="9049" y="0"/>
                      </a:cubicBezTo>
                      <a:cubicBezTo>
                        <a:pt x="14097" y="0"/>
                        <a:pt x="18097" y="4000"/>
                        <a:pt x="18097" y="9049"/>
                      </a:cubicBezTo>
                      <a:close/>
                    </a:path>
                  </a:pathLst>
                </a:custGeom>
                <a:solidFill>
                  <a:schemeClr val="lt1"/>
                </a:solidFill>
                <a:ln>
                  <a:noFill/>
                </a:ln>
              </p:spPr>
              <p:txBody>
                <a:bodyPr anchorCtr="0" anchor="ctr" bIns="9700" lIns="91425" spcFirstLastPara="1" rIns="91425" wrap="square" tIns="9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43" name="Google Shape;143;p5"/>
                <p:cNvSpPr/>
                <p:nvPr/>
              </p:nvSpPr>
              <p:spPr>
                <a:xfrm>
                  <a:off x="7126200" y="2669040"/>
                  <a:ext cx="19440" cy="19440"/>
                </a:xfrm>
                <a:custGeom>
                  <a:rect b="b" l="l" r="r" t="t"/>
                  <a:pathLst>
                    <a:path extrusionOk="0" h="18097" w="18097">
                      <a:moveTo>
                        <a:pt x="18098" y="9049"/>
                      </a:moveTo>
                      <a:cubicBezTo>
                        <a:pt x="18098" y="14046"/>
                        <a:pt x="14046" y="18098"/>
                        <a:pt x="9049" y="18098"/>
                      </a:cubicBezTo>
                      <a:cubicBezTo>
                        <a:pt x="4051" y="18098"/>
                        <a:pt x="0" y="14046"/>
                        <a:pt x="0" y="9049"/>
                      </a:cubicBezTo>
                      <a:cubicBezTo>
                        <a:pt x="0" y="4051"/>
                        <a:pt x="4051" y="0"/>
                        <a:pt x="9049" y="0"/>
                      </a:cubicBezTo>
                      <a:cubicBezTo>
                        <a:pt x="14046" y="0"/>
                        <a:pt x="18098" y="4051"/>
                        <a:pt x="18098" y="9049"/>
                      </a:cubicBezTo>
                      <a:close/>
                    </a:path>
                  </a:pathLst>
                </a:custGeom>
                <a:solidFill>
                  <a:schemeClr val="lt1"/>
                </a:solidFill>
                <a:ln>
                  <a:noFill/>
                </a:ln>
              </p:spPr>
              <p:txBody>
                <a:bodyPr anchorCtr="0" anchor="ctr" bIns="9700" lIns="91425" spcFirstLastPara="1" rIns="91425" wrap="square" tIns="9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44" name="Google Shape;144;p5"/>
                <p:cNvSpPr/>
                <p:nvPr/>
              </p:nvSpPr>
              <p:spPr>
                <a:xfrm>
                  <a:off x="7169040" y="2669040"/>
                  <a:ext cx="19440" cy="19440"/>
                </a:xfrm>
                <a:custGeom>
                  <a:rect b="b" l="l" r="r" t="t"/>
                  <a:pathLst>
                    <a:path extrusionOk="0" h="18097" w="18097">
                      <a:moveTo>
                        <a:pt x="18097" y="9049"/>
                      </a:moveTo>
                      <a:cubicBezTo>
                        <a:pt x="18097" y="14002"/>
                        <a:pt x="14097" y="18097"/>
                        <a:pt x="9048" y="18097"/>
                      </a:cubicBezTo>
                      <a:cubicBezTo>
                        <a:pt x="4000" y="18097"/>
                        <a:pt x="0" y="14097"/>
                        <a:pt x="0" y="9049"/>
                      </a:cubicBezTo>
                      <a:cubicBezTo>
                        <a:pt x="0" y="4000"/>
                        <a:pt x="4000" y="0"/>
                        <a:pt x="9048" y="0"/>
                      </a:cubicBezTo>
                      <a:cubicBezTo>
                        <a:pt x="14097" y="0"/>
                        <a:pt x="18097" y="4000"/>
                        <a:pt x="18097" y="9049"/>
                      </a:cubicBezTo>
                      <a:close/>
                    </a:path>
                  </a:pathLst>
                </a:custGeom>
                <a:solidFill>
                  <a:schemeClr val="lt1"/>
                </a:solidFill>
                <a:ln>
                  <a:noFill/>
                </a:ln>
              </p:spPr>
              <p:txBody>
                <a:bodyPr anchorCtr="0" anchor="ctr" bIns="9700" lIns="91425" spcFirstLastPara="1" rIns="91425" wrap="square" tIns="9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145" name="Google Shape;145;p5"/>
              <p:cNvSpPr/>
              <p:nvPr/>
            </p:nvSpPr>
            <p:spPr>
              <a:xfrm>
                <a:off x="6430320" y="3151800"/>
                <a:ext cx="1328760" cy="10080"/>
              </a:xfrm>
              <a:custGeom>
                <a:rect b="b" l="l" r="r" t="t"/>
                <a:pathLst>
                  <a:path extrusionOk="0" h="9525" w="1210055">
                    <a:moveTo>
                      <a:pt x="0" y="0"/>
                    </a:moveTo>
                    <a:lnTo>
                      <a:pt x="1210056" y="0"/>
                    </a:lnTo>
                  </a:path>
                </a:pathLst>
              </a:custGeom>
              <a:noFill/>
              <a:ln cap="flat" cmpd="sng" w="17525">
                <a:solidFill>
                  <a:srgbClr val="FFFFFF"/>
                </a:solidFill>
                <a:prstDash val="solid"/>
                <a:miter lim="8000"/>
                <a:headEnd len="sm" w="sm" type="none"/>
                <a:tailEnd len="sm" w="sm" type="none"/>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146" name="Google Shape;146;p5"/>
              <p:cNvGrpSpPr/>
              <p:nvPr/>
            </p:nvGrpSpPr>
            <p:grpSpPr>
              <a:xfrm>
                <a:off x="6378120" y="2678760"/>
                <a:ext cx="504360" cy="504720"/>
                <a:chOff x="6378120" y="2678760"/>
                <a:chExt cx="504360" cy="504720"/>
              </a:xfrm>
            </p:grpSpPr>
            <p:grpSp>
              <p:nvGrpSpPr>
                <p:cNvPr id="147" name="Google Shape;147;p5"/>
                <p:cNvGrpSpPr/>
                <p:nvPr/>
              </p:nvGrpSpPr>
              <p:grpSpPr>
                <a:xfrm>
                  <a:off x="6391440" y="2692440"/>
                  <a:ext cx="488160" cy="487800"/>
                  <a:chOff x="6391440" y="2692440"/>
                  <a:chExt cx="488160" cy="487800"/>
                </a:xfrm>
              </p:grpSpPr>
              <p:sp>
                <p:nvSpPr>
                  <p:cNvPr id="148" name="Google Shape;148;p5"/>
                  <p:cNvSpPr/>
                  <p:nvPr/>
                </p:nvSpPr>
                <p:spPr>
                  <a:xfrm>
                    <a:off x="6408720" y="3170160"/>
                    <a:ext cx="426240" cy="10080"/>
                  </a:xfrm>
                  <a:custGeom>
                    <a:rect b="b" l="l" r="r" t="t"/>
                    <a:pathLst>
                      <a:path extrusionOk="0" h="9525" w="388048">
                        <a:moveTo>
                          <a:pt x="388048" y="0"/>
                        </a:moveTo>
                        <a:lnTo>
                          <a:pt x="0" y="0"/>
                        </a:lnTo>
                      </a:path>
                    </a:pathLst>
                  </a:custGeom>
                  <a:solidFill>
                    <a:schemeClr val="dk1"/>
                  </a:solidFill>
                  <a:ln cap="rnd" cmpd="sng" w="15800">
                    <a:solidFill>
                      <a:srgbClr val="35363B"/>
                    </a:solidFill>
                    <a:prstDash val="dashDot"/>
                    <a:miter lim="8000"/>
                    <a:headEnd len="sm" w="sm" type="none"/>
                    <a:tailEnd len="sm" w="sm" type="none"/>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49" name="Google Shape;149;p5"/>
                  <p:cNvSpPr/>
                  <p:nvPr/>
                </p:nvSpPr>
                <p:spPr>
                  <a:xfrm>
                    <a:off x="6391440" y="2709360"/>
                    <a:ext cx="10080" cy="426240"/>
                  </a:xfrm>
                  <a:custGeom>
                    <a:rect b="b" l="l" r="r" t="t"/>
                    <a:pathLst>
                      <a:path extrusionOk="0" h="388048" w="9525">
                        <a:moveTo>
                          <a:pt x="0" y="388049"/>
                        </a:moveTo>
                        <a:lnTo>
                          <a:pt x="0" y="0"/>
                        </a:lnTo>
                      </a:path>
                    </a:pathLst>
                  </a:custGeom>
                  <a:solidFill>
                    <a:schemeClr val="dk1"/>
                  </a:solidFill>
                  <a:ln cap="rnd" cmpd="sng" w="15800">
                    <a:solidFill>
                      <a:srgbClr val="35363B"/>
                    </a:solidFill>
                    <a:prstDash val="dashDot"/>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50" name="Google Shape;150;p5"/>
                  <p:cNvSpPr/>
                  <p:nvPr/>
                </p:nvSpPr>
                <p:spPr>
                  <a:xfrm>
                    <a:off x="6425640" y="2692440"/>
                    <a:ext cx="426240" cy="10080"/>
                  </a:xfrm>
                  <a:custGeom>
                    <a:rect b="b" l="l" r="r" t="t"/>
                    <a:pathLst>
                      <a:path extrusionOk="0" h="9525" w="388048">
                        <a:moveTo>
                          <a:pt x="0" y="0"/>
                        </a:moveTo>
                        <a:lnTo>
                          <a:pt x="388048" y="0"/>
                        </a:lnTo>
                      </a:path>
                    </a:pathLst>
                  </a:custGeom>
                  <a:solidFill>
                    <a:schemeClr val="dk1"/>
                  </a:solidFill>
                  <a:ln cap="rnd" cmpd="sng" w="15800">
                    <a:solidFill>
                      <a:srgbClr val="35363B"/>
                    </a:solidFill>
                    <a:prstDash val="dashDot"/>
                    <a:miter lim="8000"/>
                    <a:headEnd len="sm" w="sm" type="none"/>
                    <a:tailEnd len="sm" w="sm" type="none"/>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51" name="Google Shape;151;p5"/>
                  <p:cNvSpPr/>
                  <p:nvPr/>
                </p:nvSpPr>
                <p:spPr>
                  <a:xfrm>
                    <a:off x="6869520" y="2726280"/>
                    <a:ext cx="10080" cy="426240"/>
                  </a:xfrm>
                  <a:custGeom>
                    <a:rect b="b" l="l" r="r" t="t"/>
                    <a:pathLst>
                      <a:path extrusionOk="0" h="388048" w="9525">
                        <a:moveTo>
                          <a:pt x="0" y="0"/>
                        </a:moveTo>
                        <a:lnTo>
                          <a:pt x="0" y="388049"/>
                        </a:lnTo>
                      </a:path>
                    </a:pathLst>
                  </a:custGeom>
                  <a:solidFill>
                    <a:schemeClr val="dk1"/>
                  </a:solidFill>
                  <a:ln cap="rnd" cmpd="sng" w="15800">
                    <a:solidFill>
                      <a:srgbClr val="35363B"/>
                    </a:solidFill>
                    <a:prstDash val="dashDot"/>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nvGrpSpPr>
                <p:cNvPr id="152" name="Google Shape;152;p5"/>
                <p:cNvGrpSpPr/>
                <p:nvPr/>
              </p:nvGrpSpPr>
              <p:grpSpPr>
                <a:xfrm>
                  <a:off x="6378120" y="2678760"/>
                  <a:ext cx="504360" cy="504720"/>
                  <a:chOff x="6378120" y="2678760"/>
                  <a:chExt cx="504360" cy="504720"/>
                </a:xfrm>
              </p:grpSpPr>
              <p:grpSp>
                <p:nvGrpSpPr>
                  <p:cNvPr id="153" name="Google Shape;153;p5"/>
                  <p:cNvGrpSpPr/>
                  <p:nvPr/>
                </p:nvGrpSpPr>
                <p:grpSpPr>
                  <a:xfrm>
                    <a:off x="6378120" y="2678760"/>
                    <a:ext cx="504360" cy="26640"/>
                    <a:chOff x="6378120" y="2678760"/>
                    <a:chExt cx="504360" cy="26640"/>
                  </a:xfrm>
                </p:grpSpPr>
                <p:sp>
                  <p:nvSpPr>
                    <p:cNvPr id="154" name="Google Shape;154;p5"/>
                    <p:cNvSpPr/>
                    <p:nvPr/>
                  </p:nvSpPr>
                  <p:spPr>
                    <a:xfrm>
                      <a:off x="6378120" y="2678760"/>
                      <a:ext cx="26640" cy="26640"/>
                    </a:xfrm>
                    <a:custGeom>
                      <a:rect b="b" l="l" r="r" t="t"/>
                      <a:pathLst>
                        <a:path extrusionOk="0" h="24669" w="24669">
                          <a:moveTo>
                            <a:pt x="0" y="0"/>
                          </a:moveTo>
                          <a:lnTo>
                            <a:pt x="24670" y="0"/>
                          </a:lnTo>
                          <a:lnTo>
                            <a:pt x="24670" y="24670"/>
                          </a:lnTo>
                          <a:lnTo>
                            <a:pt x="0" y="24670"/>
                          </a:lnTo>
                          <a:close/>
                        </a:path>
                      </a:pathLst>
                    </a:custGeom>
                    <a:solidFill>
                      <a:schemeClr val="dk1"/>
                    </a:solidFill>
                    <a:ln>
                      <a:noFill/>
                    </a:ln>
                  </p:spPr>
                  <p:txBody>
                    <a:bodyPr anchorCtr="0" anchor="ctr" bIns="13300" lIns="91425" spcFirstLastPara="1" rIns="91425" wrap="square" tIns="133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55" name="Google Shape;155;p5"/>
                    <p:cNvSpPr/>
                    <p:nvPr/>
                  </p:nvSpPr>
                  <p:spPr>
                    <a:xfrm>
                      <a:off x="6616800" y="2678760"/>
                      <a:ext cx="26640" cy="26640"/>
                    </a:xfrm>
                    <a:custGeom>
                      <a:rect b="b" l="l" r="r" t="t"/>
                      <a:pathLst>
                        <a:path extrusionOk="0" h="24669" w="24669">
                          <a:moveTo>
                            <a:pt x="0" y="0"/>
                          </a:moveTo>
                          <a:lnTo>
                            <a:pt x="24670" y="0"/>
                          </a:lnTo>
                          <a:lnTo>
                            <a:pt x="24670" y="24670"/>
                          </a:lnTo>
                          <a:lnTo>
                            <a:pt x="0" y="24670"/>
                          </a:lnTo>
                          <a:close/>
                        </a:path>
                      </a:pathLst>
                    </a:custGeom>
                    <a:solidFill>
                      <a:schemeClr val="dk1"/>
                    </a:solidFill>
                    <a:ln>
                      <a:noFill/>
                    </a:ln>
                  </p:spPr>
                  <p:txBody>
                    <a:bodyPr anchorCtr="0" anchor="ctr" bIns="13300" lIns="91425" spcFirstLastPara="1" rIns="91425" wrap="square" tIns="133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56" name="Google Shape;156;p5"/>
                    <p:cNvSpPr/>
                    <p:nvPr/>
                  </p:nvSpPr>
                  <p:spPr>
                    <a:xfrm>
                      <a:off x="6855840" y="2678760"/>
                      <a:ext cx="26640" cy="26640"/>
                    </a:xfrm>
                    <a:custGeom>
                      <a:rect b="b" l="l" r="r" t="t"/>
                      <a:pathLst>
                        <a:path extrusionOk="0" h="24669" w="24669">
                          <a:moveTo>
                            <a:pt x="0" y="0"/>
                          </a:moveTo>
                          <a:lnTo>
                            <a:pt x="24670" y="0"/>
                          </a:lnTo>
                          <a:lnTo>
                            <a:pt x="24670" y="24670"/>
                          </a:lnTo>
                          <a:lnTo>
                            <a:pt x="0" y="24670"/>
                          </a:lnTo>
                          <a:close/>
                        </a:path>
                      </a:pathLst>
                    </a:custGeom>
                    <a:solidFill>
                      <a:schemeClr val="dk1"/>
                    </a:solidFill>
                    <a:ln>
                      <a:noFill/>
                    </a:ln>
                  </p:spPr>
                  <p:txBody>
                    <a:bodyPr anchorCtr="0" anchor="ctr" bIns="13300" lIns="91425" spcFirstLastPara="1" rIns="91425" wrap="square" tIns="133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nvGrpSpPr>
                  <p:cNvPr id="157" name="Google Shape;157;p5"/>
                  <p:cNvGrpSpPr/>
                  <p:nvPr/>
                </p:nvGrpSpPr>
                <p:grpSpPr>
                  <a:xfrm>
                    <a:off x="6378120" y="2917800"/>
                    <a:ext cx="504360" cy="26640"/>
                    <a:chOff x="6378120" y="2917800"/>
                    <a:chExt cx="504360" cy="26640"/>
                  </a:xfrm>
                </p:grpSpPr>
                <p:sp>
                  <p:nvSpPr>
                    <p:cNvPr id="158" name="Google Shape;158;p5"/>
                    <p:cNvSpPr/>
                    <p:nvPr/>
                  </p:nvSpPr>
                  <p:spPr>
                    <a:xfrm>
                      <a:off x="6378120" y="2917800"/>
                      <a:ext cx="26640" cy="26640"/>
                    </a:xfrm>
                    <a:custGeom>
                      <a:rect b="b" l="l" r="r" t="t"/>
                      <a:pathLst>
                        <a:path extrusionOk="0" h="24669" w="24669">
                          <a:moveTo>
                            <a:pt x="0" y="0"/>
                          </a:moveTo>
                          <a:lnTo>
                            <a:pt x="24670" y="0"/>
                          </a:lnTo>
                          <a:lnTo>
                            <a:pt x="24670" y="24670"/>
                          </a:lnTo>
                          <a:lnTo>
                            <a:pt x="0" y="24670"/>
                          </a:lnTo>
                          <a:close/>
                        </a:path>
                      </a:pathLst>
                    </a:custGeom>
                    <a:solidFill>
                      <a:schemeClr val="dk1"/>
                    </a:solidFill>
                    <a:ln>
                      <a:noFill/>
                    </a:ln>
                  </p:spPr>
                  <p:txBody>
                    <a:bodyPr anchorCtr="0" anchor="ctr" bIns="13300" lIns="91425" spcFirstLastPara="1" rIns="91425" wrap="square" tIns="133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59" name="Google Shape;159;p5"/>
                    <p:cNvSpPr/>
                    <p:nvPr/>
                  </p:nvSpPr>
                  <p:spPr>
                    <a:xfrm>
                      <a:off x="6855840" y="2917800"/>
                      <a:ext cx="26640" cy="26640"/>
                    </a:xfrm>
                    <a:custGeom>
                      <a:rect b="b" l="l" r="r" t="t"/>
                      <a:pathLst>
                        <a:path extrusionOk="0" h="24669" w="24669">
                          <a:moveTo>
                            <a:pt x="0" y="0"/>
                          </a:moveTo>
                          <a:lnTo>
                            <a:pt x="24670" y="0"/>
                          </a:lnTo>
                          <a:lnTo>
                            <a:pt x="24670" y="24670"/>
                          </a:lnTo>
                          <a:lnTo>
                            <a:pt x="0" y="24670"/>
                          </a:lnTo>
                          <a:close/>
                        </a:path>
                      </a:pathLst>
                    </a:custGeom>
                    <a:solidFill>
                      <a:schemeClr val="dk1"/>
                    </a:solidFill>
                    <a:ln>
                      <a:noFill/>
                    </a:ln>
                  </p:spPr>
                  <p:txBody>
                    <a:bodyPr anchorCtr="0" anchor="ctr" bIns="13300" lIns="91425" spcFirstLastPara="1" rIns="91425" wrap="square" tIns="133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nvGrpSpPr>
                  <p:cNvPr id="160" name="Google Shape;160;p5"/>
                  <p:cNvGrpSpPr/>
                  <p:nvPr/>
                </p:nvGrpSpPr>
                <p:grpSpPr>
                  <a:xfrm>
                    <a:off x="6378120" y="3156840"/>
                    <a:ext cx="504360" cy="26640"/>
                    <a:chOff x="6378120" y="3156840"/>
                    <a:chExt cx="504360" cy="26640"/>
                  </a:xfrm>
                </p:grpSpPr>
                <p:sp>
                  <p:nvSpPr>
                    <p:cNvPr id="161" name="Google Shape;161;p5"/>
                    <p:cNvSpPr/>
                    <p:nvPr/>
                  </p:nvSpPr>
                  <p:spPr>
                    <a:xfrm>
                      <a:off x="6378120" y="3156840"/>
                      <a:ext cx="26640" cy="26640"/>
                    </a:xfrm>
                    <a:custGeom>
                      <a:rect b="b" l="l" r="r" t="t"/>
                      <a:pathLst>
                        <a:path extrusionOk="0" h="24669" w="24669">
                          <a:moveTo>
                            <a:pt x="0" y="0"/>
                          </a:moveTo>
                          <a:lnTo>
                            <a:pt x="24670" y="0"/>
                          </a:lnTo>
                          <a:lnTo>
                            <a:pt x="24670" y="24670"/>
                          </a:lnTo>
                          <a:lnTo>
                            <a:pt x="0" y="24670"/>
                          </a:lnTo>
                          <a:close/>
                        </a:path>
                      </a:pathLst>
                    </a:custGeom>
                    <a:solidFill>
                      <a:schemeClr val="dk1"/>
                    </a:solidFill>
                    <a:ln>
                      <a:noFill/>
                    </a:ln>
                  </p:spPr>
                  <p:txBody>
                    <a:bodyPr anchorCtr="0" anchor="ctr" bIns="13300" lIns="91425" spcFirstLastPara="1" rIns="91425" wrap="square" tIns="133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62" name="Google Shape;162;p5"/>
                    <p:cNvSpPr/>
                    <p:nvPr/>
                  </p:nvSpPr>
                  <p:spPr>
                    <a:xfrm>
                      <a:off x="6616800" y="3156840"/>
                      <a:ext cx="26640" cy="26640"/>
                    </a:xfrm>
                    <a:custGeom>
                      <a:rect b="b" l="l" r="r" t="t"/>
                      <a:pathLst>
                        <a:path extrusionOk="0" h="24669" w="24669">
                          <a:moveTo>
                            <a:pt x="0" y="0"/>
                          </a:moveTo>
                          <a:lnTo>
                            <a:pt x="24670" y="0"/>
                          </a:lnTo>
                          <a:lnTo>
                            <a:pt x="24670" y="24670"/>
                          </a:lnTo>
                          <a:lnTo>
                            <a:pt x="0" y="24670"/>
                          </a:lnTo>
                          <a:close/>
                        </a:path>
                      </a:pathLst>
                    </a:custGeom>
                    <a:solidFill>
                      <a:schemeClr val="dk1"/>
                    </a:solidFill>
                    <a:ln>
                      <a:noFill/>
                    </a:ln>
                  </p:spPr>
                  <p:txBody>
                    <a:bodyPr anchorCtr="0" anchor="ctr" bIns="13300" lIns="91425" spcFirstLastPara="1" rIns="91425" wrap="square" tIns="133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63" name="Google Shape;163;p5"/>
                    <p:cNvSpPr/>
                    <p:nvPr/>
                  </p:nvSpPr>
                  <p:spPr>
                    <a:xfrm>
                      <a:off x="6855840" y="3156840"/>
                      <a:ext cx="26640" cy="26640"/>
                    </a:xfrm>
                    <a:custGeom>
                      <a:rect b="b" l="l" r="r" t="t"/>
                      <a:pathLst>
                        <a:path extrusionOk="0" h="24669" w="24669">
                          <a:moveTo>
                            <a:pt x="0" y="0"/>
                          </a:moveTo>
                          <a:lnTo>
                            <a:pt x="24670" y="0"/>
                          </a:lnTo>
                          <a:lnTo>
                            <a:pt x="24670" y="24670"/>
                          </a:lnTo>
                          <a:lnTo>
                            <a:pt x="0" y="24670"/>
                          </a:lnTo>
                          <a:close/>
                        </a:path>
                      </a:pathLst>
                    </a:custGeom>
                    <a:solidFill>
                      <a:schemeClr val="dk1"/>
                    </a:solidFill>
                    <a:ln>
                      <a:noFill/>
                    </a:ln>
                  </p:spPr>
                  <p:txBody>
                    <a:bodyPr anchorCtr="0" anchor="ctr" bIns="13300" lIns="91425" spcFirstLastPara="1" rIns="91425" wrap="square" tIns="133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grpSp>
        </p:grpSp>
        <p:grpSp>
          <p:nvGrpSpPr>
            <p:cNvPr id="164" name="Google Shape;164;p5"/>
            <p:cNvGrpSpPr/>
            <p:nvPr/>
          </p:nvGrpSpPr>
          <p:grpSpPr>
            <a:xfrm>
              <a:off x="5248800" y="1817280"/>
              <a:ext cx="478800" cy="594720"/>
              <a:chOff x="5248800" y="1817280"/>
              <a:chExt cx="478800" cy="594720"/>
            </a:xfrm>
          </p:grpSpPr>
          <p:grpSp>
            <p:nvGrpSpPr>
              <p:cNvPr id="165" name="Google Shape;165;p5"/>
              <p:cNvGrpSpPr/>
              <p:nvPr/>
            </p:nvGrpSpPr>
            <p:grpSpPr>
              <a:xfrm>
                <a:off x="5248800" y="1817280"/>
                <a:ext cx="478800" cy="594720"/>
                <a:chOff x="5248800" y="1817280"/>
                <a:chExt cx="478800" cy="594720"/>
              </a:xfrm>
            </p:grpSpPr>
            <p:sp>
              <p:nvSpPr>
                <p:cNvPr id="166" name="Google Shape;166;p5"/>
                <p:cNvSpPr/>
                <p:nvPr/>
              </p:nvSpPr>
              <p:spPr>
                <a:xfrm>
                  <a:off x="5248800" y="1817280"/>
                  <a:ext cx="478800" cy="594720"/>
                </a:xfrm>
                <a:custGeom>
                  <a:rect b="b" l="l" r="r" t="t"/>
                  <a:pathLst>
                    <a:path extrusionOk="0" h="541115" w="435673">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nvGrpSpPr>
                <p:cNvPr id="167" name="Google Shape;167;p5"/>
                <p:cNvGrpSpPr/>
                <p:nvPr/>
              </p:nvGrpSpPr>
              <p:grpSpPr>
                <a:xfrm>
                  <a:off x="5498280" y="1851840"/>
                  <a:ext cx="181080" cy="45360"/>
                  <a:chOff x="5498280" y="1851840"/>
                  <a:chExt cx="181080" cy="45360"/>
                </a:xfrm>
              </p:grpSpPr>
              <p:sp>
                <p:nvSpPr>
                  <p:cNvPr id="168" name="Google Shape;168;p5"/>
                  <p:cNvSpPr/>
                  <p:nvPr/>
                </p:nvSpPr>
                <p:spPr>
                  <a:xfrm>
                    <a:off x="5634000" y="1851840"/>
                    <a:ext cx="45360" cy="45360"/>
                  </a:xfrm>
                  <a:custGeom>
                    <a:rect b="b" l="l" r="r" t="t"/>
                    <a:pathLst>
                      <a:path extrusionOk="0" h="41529" w="41528">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a:noFill/>
                  </a:ln>
                </p:spPr>
                <p:txBody>
                  <a:bodyPr anchorCtr="0" anchor="ctr" bIns="22675" lIns="91425" spcFirstLastPara="1" rIns="91425" wrap="square" tIns="22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69" name="Google Shape;169;p5"/>
                  <p:cNvSpPr/>
                  <p:nvPr/>
                </p:nvSpPr>
                <p:spPr>
                  <a:xfrm>
                    <a:off x="5566320" y="1851840"/>
                    <a:ext cx="45360" cy="45360"/>
                  </a:xfrm>
                  <a:custGeom>
                    <a:rect b="b" l="l" r="r" t="t"/>
                    <a:pathLst>
                      <a:path extrusionOk="0" h="41529" w="41528">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a:noFill/>
                  </a:ln>
                </p:spPr>
                <p:txBody>
                  <a:bodyPr anchorCtr="0" anchor="ctr" bIns="22675" lIns="91425" spcFirstLastPara="1" rIns="91425" wrap="square" tIns="226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70" name="Google Shape;170;p5"/>
                  <p:cNvSpPr/>
                  <p:nvPr/>
                </p:nvSpPr>
                <p:spPr>
                  <a:xfrm>
                    <a:off x="5498280" y="1851840"/>
                    <a:ext cx="45360" cy="45360"/>
                  </a:xfrm>
                  <a:custGeom>
                    <a:rect b="b" l="l" r="r" t="t"/>
                    <a:pathLst>
                      <a:path extrusionOk="0" h="41529" w="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a:noFill/>
                  </a:ln>
                </p:spPr>
                <p:txBody>
                  <a:bodyPr anchorCtr="0" anchor="ctr" bIns="22675" lIns="91425" spcFirstLastPara="1" rIns="91425" wrap="square" tIns="22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grpSp>
            <p:nvGrpSpPr>
              <p:cNvPr id="171" name="Google Shape;171;p5"/>
              <p:cNvGrpSpPr/>
              <p:nvPr/>
            </p:nvGrpSpPr>
            <p:grpSpPr>
              <a:xfrm>
                <a:off x="5287680" y="1932120"/>
                <a:ext cx="394560" cy="412560"/>
                <a:chOff x="5287680" y="1932120"/>
                <a:chExt cx="394560" cy="412560"/>
              </a:xfrm>
            </p:grpSpPr>
            <p:sp>
              <p:nvSpPr>
                <p:cNvPr id="172" name="Google Shape;172;p5"/>
                <p:cNvSpPr/>
                <p:nvPr/>
              </p:nvSpPr>
              <p:spPr>
                <a:xfrm>
                  <a:off x="5287680" y="2165400"/>
                  <a:ext cx="392760" cy="179280"/>
                </a:xfrm>
                <a:custGeom>
                  <a:rect b="b" l="l" r="r" t="t"/>
                  <a:pathLst>
                    <a:path extrusionOk="0" h="163258" w="357473">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73" name="Google Shape;173;p5"/>
                <p:cNvSpPr/>
                <p:nvPr/>
              </p:nvSpPr>
              <p:spPr>
                <a:xfrm>
                  <a:off x="5293440" y="1932120"/>
                  <a:ext cx="388800" cy="197640"/>
                </a:xfrm>
                <a:custGeom>
                  <a:rect b="b" l="l" r="r" t="t"/>
                  <a:pathLst>
                    <a:path extrusionOk="0" h="180117" w="353948">
                      <a:moveTo>
                        <a:pt x="0" y="0"/>
                      </a:moveTo>
                      <a:lnTo>
                        <a:pt x="353949" y="0"/>
                      </a:lnTo>
                      <a:lnTo>
                        <a:pt x="353949" y="180118"/>
                      </a:lnTo>
                      <a:lnTo>
                        <a:pt x="0" y="18011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grpSp>
          <p:nvGrpSpPr>
            <p:cNvPr id="174" name="Google Shape;174;p5"/>
            <p:cNvGrpSpPr/>
            <p:nvPr/>
          </p:nvGrpSpPr>
          <p:grpSpPr>
            <a:xfrm>
              <a:off x="7810920" y="2543040"/>
              <a:ext cx="1047600" cy="27000"/>
              <a:chOff x="7810920" y="2543040"/>
              <a:chExt cx="1047600" cy="27000"/>
            </a:xfrm>
          </p:grpSpPr>
          <p:sp>
            <p:nvSpPr>
              <p:cNvPr id="175" name="Google Shape;175;p5"/>
              <p:cNvSpPr/>
              <p:nvPr/>
            </p:nvSpPr>
            <p:spPr>
              <a:xfrm>
                <a:off x="7823880" y="2556720"/>
                <a:ext cx="1021680" cy="10080"/>
              </a:xfrm>
              <a:custGeom>
                <a:rect b="b" l="l" r="r" t="t"/>
                <a:pathLst>
                  <a:path extrusionOk="0" h="9525" w="929354">
                    <a:moveTo>
                      <a:pt x="929354" y="0"/>
                    </a:moveTo>
                    <a:lnTo>
                      <a:pt x="0" y="0"/>
                    </a:lnTo>
                  </a:path>
                </a:pathLst>
              </a:custGeom>
              <a:solidFill>
                <a:schemeClr val="accent4"/>
              </a:solidFill>
              <a:ln cap="flat" cmpd="sng" w="10950">
                <a:solidFill>
                  <a:srgbClr val="6F7082"/>
                </a:solidFill>
                <a:prstDash val="dashDot"/>
                <a:miter lim="8000"/>
                <a:headEnd len="sm" w="sm" type="none"/>
                <a:tailEnd len="sm" w="sm" type="none"/>
              </a:ln>
            </p:spPr>
            <p:txBody>
              <a:bodyPr anchorCtr="0" anchor="ctr" bIns="5025" lIns="91425" spcFirstLastPara="1" rIns="91425" wrap="square" tIns="5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76" name="Google Shape;176;p5"/>
              <p:cNvSpPr/>
              <p:nvPr/>
            </p:nvSpPr>
            <p:spPr>
              <a:xfrm>
                <a:off x="8831520" y="2543040"/>
                <a:ext cx="27000" cy="27000"/>
              </a:xfrm>
              <a:custGeom>
                <a:rect b="b" l="l" r="r" t="t"/>
                <a:pathLst>
                  <a:path extrusionOk="0" h="24765" w="24764">
                    <a:moveTo>
                      <a:pt x="12382" y="0"/>
                    </a:moveTo>
                    <a:cubicBezTo>
                      <a:pt x="19240" y="0"/>
                      <a:pt x="24765" y="5524"/>
                      <a:pt x="24765" y="12382"/>
                    </a:cubicBezTo>
                    <a:cubicBezTo>
                      <a:pt x="24765" y="19240"/>
                      <a:pt x="19240" y="24765"/>
                      <a:pt x="12382" y="24765"/>
                    </a:cubicBezTo>
                    <a:cubicBezTo>
                      <a:pt x="5524" y="24765"/>
                      <a:pt x="0" y="19240"/>
                      <a:pt x="0" y="12382"/>
                    </a:cubicBezTo>
                    <a:cubicBezTo>
                      <a:pt x="0" y="5524"/>
                      <a:pt x="5524" y="0"/>
                      <a:pt x="12382" y="0"/>
                    </a:cubicBezTo>
                    <a:close/>
                  </a:path>
                </a:pathLst>
              </a:custGeom>
              <a:solidFill>
                <a:schemeClr val="accent4"/>
              </a:solidFill>
              <a:ln cap="flat" cmpd="sng" w="9525">
                <a:solidFill>
                  <a:srgbClr val="6F7082"/>
                </a:solidFill>
                <a:prstDash val="solid"/>
                <a:round/>
                <a:headEnd len="sm" w="sm" type="none"/>
                <a:tailEnd len="sm" w="sm" type="none"/>
              </a:ln>
            </p:spPr>
            <p:txBody>
              <a:bodyPr anchorCtr="0" anchor="ctr" bIns="13675" lIns="91425" spcFirstLastPara="1" rIns="91425" wrap="square" tIns="13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77" name="Google Shape;177;p5"/>
              <p:cNvSpPr/>
              <p:nvPr/>
            </p:nvSpPr>
            <p:spPr>
              <a:xfrm>
                <a:off x="7810920" y="2543040"/>
                <a:ext cx="27000" cy="27000"/>
              </a:xfrm>
              <a:custGeom>
                <a:rect b="b" l="l" r="r" t="t"/>
                <a:pathLst>
                  <a:path extrusionOk="0" h="24765" w="24764">
                    <a:moveTo>
                      <a:pt x="12382" y="0"/>
                    </a:moveTo>
                    <a:cubicBezTo>
                      <a:pt x="5524" y="0"/>
                      <a:pt x="0" y="5524"/>
                      <a:pt x="0" y="12382"/>
                    </a:cubicBezTo>
                    <a:cubicBezTo>
                      <a:pt x="0" y="19240"/>
                      <a:pt x="5524" y="24765"/>
                      <a:pt x="12382" y="24765"/>
                    </a:cubicBezTo>
                    <a:cubicBezTo>
                      <a:pt x="19240" y="24765"/>
                      <a:pt x="24765" y="19240"/>
                      <a:pt x="24765" y="12382"/>
                    </a:cubicBezTo>
                    <a:cubicBezTo>
                      <a:pt x="24765" y="5524"/>
                      <a:pt x="19240" y="0"/>
                      <a:pt x="12382" y="0"/>
                    </a:cubicBezTo>
                    <a:close/>
                  </a:path>
                </a:pathLst>
              </a:custGeom>
              <a:solidFill>
                <a:schemeClr val="accent4"/>
              </a:solidFill>
              <a:ln cap="flat" cmpd="sng" w="9525">
                <a:solidFill>
                  <a:srgbClr val="6F7082"/>
                </a:solidFill>
                <a:prstDash val="solid"/>
                <a:round/>
                <a:headEnd len="sm" w="sm" type="none"/>
                <a:tailEnd len="sm" w="sm" type="none"/>
              </a:ln>
            </p:spPr>
            <p:txBody>
              <a:bodyPr anchorCtr="0" anchor="ctr" bIns="13675" lIns="91425" spcFirstLastPara="1" rIns="91425" wrap="square" tIns="13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nvGrpSpPr>
            <p:cNvPr id="178" name="Google Shape;178;p5"/>
            <p:cNvGrpSpPr/>
            <p:nvPr/>
          </p:nvGrpSpPr>
          <p:grpSpPr>
            <a:xfrm>
              <a:off x="8348400" y="2013480"/>
              <a:ext cx="657360" cy="856440"/>
              <a:chOff x="8348400" y="2013480"/>
              <a:chExt cx="657360" cy="856440"/>
            </a:xfrm>
          </p:grpSpPr>
          <p:grpSp>
            <p:nvGrpSpPr>
              <p:cNvPr id="179" name="Google Shape;179;p5"/>
              <p:cNvGrpSpPr/>
              <p:nvPr/>
            </p:nvGrpSpPr>
            <p:grpSpPr>
              <a:xfrm>
                <a:off x="8348400" y="2013480"/>
                <a:ext cx="657360" cy="856440"/>
                <a:chOff x="8348400" y="2013480"/>
                <a:chExt cx="657360" cy="856440"/>
              </a:xfrm>
            </p:grpSpPr>
            <p:sp>
              <p:nvSpPr>
                <p:cNvPr id="180" name="Google Shape;180;p5"/>
                <p:cNvSpPr/>
                <p:nvPr/>
              </p:nvSpPr>
              <p:spPr>
                <a:xfrm>
                  <a:off x="8348400" y="2013480"/>
                  <a:ext cx="657360" cy="856440"/>
                </a:xfrm>
                <a:custGeom>
                  <a:rect b="b" l="l" r="r" t="t"/>
                  <a:pathLst>
                    <a:path extrusionOk="0" h="779145" w="598074">
                      <a:moveTo>
                        <a:pt x="557022" y="0"/>
                      </a:moveTo>
                      <a:cubicBezTo>
                        <a:pt x="579695" y="0"/>
                        <a:pt x="598075" y="18380"/>
                        <a:pt x="598075" y="41053"/>
                      </a:cubicBezTo>
                      <a:lnTo>
                        <a:pt x="598075" y="738092"/>
                      </a:lnTo>
                      <a:cubicBezTo>
                        <a:pt x="598075" y="760765"/>
                        <a:pt x="579695" y="779145"/>
                        <a:pt x="557022" y="779145"/>
                      </a:cubicBezTo>
                      <a:lnTo>
                        <a:pt x="41053" y="779145"/>
                      </a:lnTo>
                      <a:cubicBezTo>
                        <a:pt x="18380" y="779145"/>
                        <a:pt x="0" y="760765"/>
                        <a:pt x="0" y="738092"/>
                      </a:cubicBezTo>
                      <a:lnTo>
                        <a:pt x="0" y="41053"/>
                      </a:lnTo>
                      <a:cubicBezTo>
                        <a:pt x="0" y="18380"/>
                        <a:pt x="18380" y="0"/>
                        <a:pt x="41053"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181" name="Google Shape;181;p5"/>
                <p:cNvGrpSpPr/>
                <p:nvPr/>
              </p:nvGrpSpPr>
              <p:grpSpPr>
                <a:xfrm>
                  <a:off x="8776800" y="2047680"/>
                  <a:ext cx="180720" cy="45360"/>
                  <a:chOff x="8776800" y="2047680"/>
                  <a:chExt cx="180720" cy="45360"/>
                </a:xfrm>
              </p:grpSpPr>
              <p:sp>
                <p:nvSpPr>
                  <p:cNvPr id="182" name="Google Shape;182;p5"/>
                  <p:cNvSpPr/>
                  <p:nvPr/>
                </p:nvSpPr>
                <p:spPr>
                  <a:xfrm>
                    <a:off x="8912160" y="2047680"/>
                    <a:ext cx="45360" cy="45360"/>
                  </a:xfrm>
                  <a:custGeom>
                    <a:rect b="b" l="l" r="r" t="t"/>
                    <a:pathLst>
                      <a:path extrusionOk="0" h="41528" w="41528">
                        <a:moveTo>
                          <a:pt x="41529" y="20764"/>
                        </a:moveTo>
                        <a:cubicBezTo>
                          <a:pt x="41529" y="32290"/>
                          <a:pt x="32194" y="41529"/>
                          <a:pt x="20764" y="41529"/>
                        </a:cubicBezTo>
                        <a:cubicBezTo>
                          <a:pt x="9334" y="41529"/>
                          <a:pt x="0" y="32195"/>
                          <a:pt x="0" y="20764"/>
                        </a:cubicBezTo>
                        <a:cubicBezTo>
                          <a:pt x="0" y="9334"/>
                          <a:pt x="9334" y="0"/>
                          <a:pt x="20764" y="0"/>
                        </a:cubicBezTo>
                        <a:cubicBezTo>
                          <a:pt x="32194" y="0"/>
                          <a:pt x="41529" y="9334"/>
                          <a:pt x="41529" y="20764"/>
                        </a:cubicBezTo>
                        <a:close/>
                      </a:path>
                    </a:pathLst>
                  </a:custGeom>
                  <a:solidFill>
                    <a:schemeClr val="accent2"/>
                  </a:solidFill>
                  <a:ln>
                    <a:noFill/>
                  </a:ln>
                </p:spPr>
                <p:txBody>
                  <a:bodyPr anchorCtr="0" anchor="ctr" bIns="22675" lIns="91425" spcFirstLastPara="1" rIns="91425" wrap="square" tIns="22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83" name="Google Shape;183;p5"/>
                  <p:cNvSpPr/>
                  <p:nvPr/>
                </p:nvSpPr>
                <p:spPr>
                  <a:xfrm>
                    <a:off x="8844480" y="2047680"/>
                    <a:ext cx="45360" cy="45360"/>
                  </a:xfrm>
                  <a:custGeom>
                    <a:rect b="b" l="l" r="r" t="t"/>
                    <a:pathLst>
                      <a:path extrusionOk="0" h="41528" w="41529">
                        <a:moveTo>
                          <a:pt x="41529" y="20764"/>
                        </a:moveTo>
                        <a:cubicBezTo>
                          <a:pt x="41529" y="32290"/>
                          <a:pt x="32195" y="41529"/>
                          <a:pt x="20765" y="41529"/>
                        </a:cubicBezTo>
                        <a:cubicBezTo>
                          <a:pt x="9335" y="41529"/>
                          <a:pt x="0" y="32195"/>
                          <a:pt x="0" y="20764"/>
                        </a:cubicBezTo>
                        <a:cubicBezTo>
                          <a:pt x="0" y="9334"/>
                          <a:pt x="9335" y="0"/>
                          <a:pt x="20765" y="0"/>
                        </a:cubicBezTo>
                        <a:cubicBezTo>
                          <a:pt x="32195" y="0"/>
                          <a:pt x="41529" y="9334"/>
                          <a:pt x="41529" y="20764"/>
                        </a:cubicBezTo>
                        <a:close/>
                      </a:path>
                    </a:pathLst>
                  </a:custGeom>
                  <a:solidFill>
                    <a:schemeClr val="accent1"/>
                  </a:solidFill>
                  <a:ln>
                    <a:noFill/>
                  </a:ln>
                </p:spPr>
                <p:txBody>
                  <a:bodyPr anchorCtr="0" anchor="ctr" bIns="22675" lIns="91425" spcFirstLastPara="1" rIns="91425" wrap="square" tIns="226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84" name="Google Shape;184;p5"/>
                  <p:cNvSpPr/>
                  <p:nvPr/>
                </p:nvSpPr>
                <p:spPr>
                  <a:xfrm>
                    <a:off x="8776800" y="2047680"/>
                    <a:ext cx="45360" cy="45360"/>
                  </a:xfrm>
                  <a:custGeom>
                    <a:rect b="b" l="l" r="r" t="t"/>
                    <a:pathLst>
                      <a:path extrusionOk="0" h="41528" w="41529">
                        <a:moveTo>
                          <a:pt x="41529" y="20764"/>
                        </a:moveTo>
                        <a:cubicBezTo>
                          <a:pt x="41529" y="32290"/>
                          <a:pt x="32194" y="41529"/>
                          <a:pt x="20765" y="41529"/>
                        </a:cubicBezTo>
                        <a:cubicBezTo>
                          <a:pt x="9334" y="41529"/>
                          <a:pt x="0" y="32195"/>
                          <a:pt x="0" y="20764"/>
                        </a:cubicBezTo>
                        <a:cubicBezTo>
                          <a:pt x="0" y="9334"/>
                          <a:pt x="9334" y="0"/>
                          <a:pt x="20765" y="0"/>
                        </a:cubicBezTo>
                        <a:cubicBezTo>
                          <a:pt x="32194" y="0"/>
                          <a:pt x="41529" y="9334"/>
                          <a:pt x="41529" y="20764"/>
                        </a:cubicBezTo>
                        <a:close/>
                      </a:path>
                    </a:pathLst>
                  </a:custGeom>
                  <a:solidFill>
                    <a:schemeClr val="lt2"/>
                  </a:solidFill>
                  <a:ln>
                    <a:noFill/>
                  </a:ln>
                </p:spPr>
                <p:txBody>
                  <a:bodyPr anchorCtr="0" anchor="ctr" bIns="22675" lIns="91425" spcFirstLastPara="1" rIns="91425" wrap="square" tIns="226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grpSp>
            <p:nvGrpSpPr>
              <p:cNvPr id="185" name="Google Shape;185;p5"/>
              <p:cNvGrpSpPr/>
              <p:nvPr/>
            </p:nvGrpSpPr>
            <p:grpSpPr>
              <a:xfrm>
                <a:off x="8426520" y="2190960"/>
                <a:ext cx="504000" cy="527040"/>
                <a:chOff x="8426520" y="2190960"/>
                <a:chExt cx="504000" cy="527040"/>
              </a:xfrm>
            </p:grpSpPr>
            <p:sp>
              <p:nvSpPr>
                <p:cNvPr id="186" name="Google Shape;186;p5"/>
                <p:cNvSpPr/>
                <p:nvPr/>
              </p:nvSpPr>
              <p:spPr>
                <a:xfrm>
                  <a:off x="8426520" y="2489040"/>
                  <a:ext cx="501840" cy="228960"/>
                </a:xfrm>
                <a:custGeom>
                  <a:rect b="b" l="l" r="r" t="t"/>
                  <a:pathLst>
                    <a:path extrusionOk="0" h="208597" w="456723">
                      <a:moveTo>
                        <a:pt x="51340" y="93250"/>
                      </a:moveTo>
                      <a:lnTo>
                        <a:pt x="0" y="93250"/>
                      </a:lnTo>
                      <a:lnTo>
                        <a:pt x="0" y="115443"/>
                      </a:lnTo>
                      <a:lnTo>
                        <a:pt x="51340" y="115443"/>
                      </a:lnTo>
                      <a:lnTo>
                        <a:pt x="51340" y="93250"/>
                      </a:lnTo>
                      <a:close/>
                      <a:moveTo>
                        <a:pt x="236601" y="162020"/>
                      </a:moveTo>
                      <a:lnTo>
                        <a:pt x="376904" y="162020"/>
                      </a:lnTo>
                      <a:lnTo>
                        <a:pt x="376904" y="139827"/>
                      </a:lnTo>
                      <a:lnTo>
                        <a:pt x="236601" y="139827"/>
                      </a:lnTo>
                      <a:lnTo>
                        <a:pt x="236601" y="162020"/>
                      </a:lnTo>
                      <a:close/>
                      <a:moveTo>
                        <a:pt x="376809" y="0"/>
                      </a:moveTo>
                      <a:lnTo>
                        <a:pt x="48863" y="0"/>
                      </a:lnTo>
                      <a:lnTo>
                        <a:pt x="48863" y="22193"/>
                      </a:lnTo>
                      <a:lnTo>
                        <a:pt x="376809" y="22193"/>
                      </a:lnTo>
                      <a:lnTo>
                        <a:pt x="376809" y="0"/>
                      </a:lnTo>
                      <a:close/>
                      <a:moveTo>
                        <a:pt x="0" y="208597"/>
                      </a:moveTo>
                      <a:lnTo>
                        <a:pt x="127349" y="208597"/>
                      </a:lnTo>
                      <a:lnTo>
                        <a:pt x="127349" y="186404"/>
                      </a:lnTo>
                      <a:lnTo>
                        <a:pt x="0" y="186404"/>
                      </a:lnTo>
                      <a:lnTo>
                        <a:pt x="0" y="208597"/>
                      </a:lnTo>
                      <a:close/>
                      <a:moveTo>
                        <a:pt x="97917" y="46577"/>
                      </a:moveTo>
                      <a:lnTo>
                        <a:pt x="0" y="46577"/>
                      </a:lnTo>
                      <a:lnTo>
                        <a:pt x="0" y="68771"/>
                      </a:lnTo>
                      <a:lnTo>
                        <a:pt x="97917" y="68771"/>
                      </a:lnTo>
                      <a:lnTo>
                        <a:pt x="97917" y="46577"/>
                      </a:lnTo>
                      <a:close/>
                      <a:moveTo>
                        <a:pt x="67056" y="115348"/>
                      </a:moveTo>
                      <a:lnTo>
                        <a:pt x="265557" y="115348"/>
                      </a:lnTo>
                      <a:lnTo>
                        <a:pt x="265557" y="93154"/>
                      </a:lnTo>
                      <a:lnTo>
                        <a:pt x="67056" y="93154"/>
                      </a:lnTo>
                      <a:lnTo>
                        <a:pt x="67056" y="115348"/>
                      </a:lnTo>
                      <a:close/>
                      <a:moveTo>
                        <a:pt x="210026" y="139732"/>
                      </a:moveTo>
                      <a:lnTo>
                        <a:pt x="0" y="139732"/>
                      </a:lnTo>
                      <a:lnTo>
                        <a:pt x="0" y="161925"/>
                      </a:lnTo>
                      <a:lnTo>
                        <a:pt x="210122" y="161925"/>
                      </a:lnTo>
                      <a:lnTo>
                        <a:pt x="210122" y="139732"/>
                      </a:lnTo>
                      <a:close/>
                      <a:moveTo>
                        <a:pt x="281369" y="115348"/>
                      </a:moveTo>
                      <a:lnTo>
                        <a:pt x="456724" y="115348"/>
                      </a:lnTo>
                      <a:lnTo>
                        <a:pt x="456724" y="93154"/>
                      </a:lnTo>
                      <a:lnTo>
                        <a:pt x="281369" y="93154"/>
                      </a:lnTo>
                      <a:lnTo>
                        <a:pt x="281369" y="115348"/>
                      </a:lnTo>
                      <a:close/>
                      <a:moveTo>
                        <a:pt x="124397" y="68771"/>
                      </a:moveTo>
                      <a:lnTo>
                        <a:pt x="456629" y="68771"/>
                      </a:lnTo>
                      <a:lnTo>
                        <a:pt x="456629" y="46577"/>
                      </a:lnTo>
                      <a:lnTo>
                        <a:pt x="124397" y="46577"/>
                      </a:lnTo>
                      <a:lnTo>
                        <a:pt x="124397" y="68771"/>
                      </a:lnTo>
                      <a:close/>
                      <a:moveTo>
                        <a:pt x="390144" y="0"/>
                      </a:moveTo>
                      <a:lnTo>
                        <a:pt x="390144" y="22193"/>
                      </a:lnTo>
                      <a:lnTo>
                        <a:pt x="456629" y="22193"/>
                      </a:lnTo>
                      <a:lnTo>
                        <a:pt x="456629" y="0"/>
                      </a:lnTo>
                      <a:lnTo>
                        <a:pt x="390144" y="0"/>
                      </a:lnTo>
                      <a:close/>
                      <a:moveTo>
                        <a:pt x="403289" y="162020"/>
                      </a:moveTo>
                      <a:lnTo>
                        <a:pt x="456629" y="162020"/>
                      </a:lnTo>
                      <a:lnTo>
                        <a:pt x="456629" y="139827"/>
                      </a:lnTo>
                      <a:lnTo>
                        <a:pt x="403289" y="139827"/>
                      </a:lnTo>
                      <a:lnTo>
                        <a:pt x="403289" y="162020"/>
                      </a:lnTo>
                      <a:close/>
                      <a:moveTo>
                        <a:pt x="153734" y="208597"/>
                      </a:moveTo>
                      <a:lnTo>
                        <a:pt x="284893" y="208597"/>
                      </a:lnTo>
                      <a:lnTo>
                        <a:pt x="284893" y="186404"/>
                      </a:lnTo>
                      <a:lnTo>
                        <a:pt x="153734" y="186404"/>
                      </a:lnTo>
                      <a:lnTo>
                        <a:pt x="153734" y="208597"/>
                      </a:lnTo>
                      <a:close/>
                      <a:moveTo>
                        <a:pt x="300704" y="208597"/>
                      </a:moveTo>
                      <a:lnTo>
                        <a:pt x="400622" y="208597"/>
                      </a:lnTo>
                      <a:lnTo>
                        <a:pt x="400622" y="186404"/>
                      </a:lnTo>
                      <a:lnTo>
                        <a:pt x="300704" y="186404"/>
                      </a:lnTo>
                      <a:lnTo>
                        <a:pt x="300704" y="208597"/>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87" name="Google Shape;187;p5"/>
                <p:cNvSpPr/>
                <p:nvPr/>
              </p:nvSpPr>
              <p:spPr>
                <a:xfrm>
                  <a:off x="8433720" y="2190960"/>
                  <a:ext cx="496800" cy="252720"/>
                </a:xfrm>
                <a:custGeom>
                  <a:rect b="b" l="l" r="r" t="t"/>
                  <a:pathLst>
                    <a:path extrusionOk="0" h="230219" w="452246">
                      <a:moveTo>
                        <a:pt x="0" y="0"/>
                      </a:moveTo>
                      <a:lnTo>
                        <a:pt x="452247" y="0"/>
                      </a:lnTo>
                      <a:lnTo>
                        <a:pt x="452247" y="230219"/>
                      </a:lnTo>
                      <a:lnTo>
                        <a:pt x="0" y="230219"/>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grpSp>
          <p:nvGrpSpPr>
            <p:cNvPr id="188" name="Google Shape;188;p5"/>
            <p:cNvGrpSpPr/>
            <p:nvPr/>
          </p:nvGrpSpPr>
          <p:grpSpPr>
            <a:xfrm>
              <a:off x="5165280" y="2950920"/>
              <a:ext cx="645120" cy="1166400"/>
              <a:chOff x="5165280" y="2950920"/>
              <a:chExt cx="645120" cy="1166400"/>
            </a:xfrm>
          </p:grpSpPr>
          <p:grpSp>
            <p:nvGrpSpPr>
              <p:cNvPr id="189" name="Google Shape;189;p5"/>
              <p:cNvGrpSpPr/>
              <p:nvPr/>
            </p:nvGrpSpPr>
            <p:grpSpPr>
              <a:xfrm>
                <a:off x="5165280" y="2950920"/>
                <a:ext cx="645120" cy="1166400"/>
                <a:chOff x="5165280" y="2950920"/>
                <a:chExt cx="645120" cy="1166400"/>
              </a:xfrm>
            </p:grpSpPr>
            <p:grpSp>
              <p:nvGrpSpPr>
                <p:cNvPr id="190" name="Google Shape;190;p5"/>
                <p:cNvGrpSpPr/>
                <p:nvPr/>
              </p:nvGrpSpPr>
              <p:grpSpPr>
                <a:xfrm>
                  <a:off x="5165280" y="2950920"/>
                  <a:ext cx="645120" cy="1166400"/>
                  <a:chOff x="5165280" y="2950920"/>
                  <a:chExt cx="645120" cy="1166400"/>
                </a:xfrm>
              </p:grpSpPr>
              <p:sp>
                <p:nvSpPr>
                  <p:cNvPr id="191" name="Google Shape;191;p5"/>
                  <p:cNvSpPr/>
                  <p:nvPr/>
                </p:nvSpPr>
                <p:spPr>
                  <a:xfrm>
                    <a:off x="5165280" y="2950920"/>
                    <a:ext cx="645120" cy="1166400"/>
                  </a:xfrm>
                  <a:custGeom>
                    <a:rect b="b" l="l" r="r" t="t"/>
                    <a:pathLst>
                      <a:path extrusionOk="0" h="1061085" w="587120">
                        <a:moveTo>
                          <a:pt x="91440" y="0"/>
                        </a:moveTo>
                        <a:lnTo>
                          <a:pt x="495681" y="0"/>
                        </a:lnTo>
                        <a:cubicBezTo>
                          <a:pt x="546163" y="0"/>
                          <a:pt x="587121" y="40958"/>
                          <a:pt x="587121" y="91440"/>
                        </a:cubicBezTo>
                        <a:lnTo>
                          <a:pt x="587121" y="969645"/>
                        </a:lnTo>
                        <a:cubicBezTo>
                          <a:pt x="587121" y="1020128"/>
                          <a:pt x="546163" y="1061085"/>
                          <a:pt x="495681" y="1061085"/>
                        </a:cubicBezTo>
                        <a:lnTo>
                          <a:pt x="91440" y="1061085"/>
                        </a:lnTo>
                        <a:cubicBezTo>
                          <a:pt x="40958" y="1061085"/>
                          <a:pt x="0" y="1020128"/>
                          <a:pt x="0" y="969645"/>
                        </a:cubicBezTo>
                        <a:lnTo>
                          <a:pt x="0" y="91440"/>
                        </a:lnTo>
                        <a:cubicBezTo>
                          <a:pt x="0" y="40958"/>
                          <a:pt x="40958" y="0"/>
                          <a:pt x="9144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92" name="Google Shape;192;p5"/>
                  <p:cNvSpPr/>
                  <p:nvPr/>
                </p:nvSpPr>
                <p:spPr>
                  <a:xfrm>
                    <a:off x="5401440" y="2987280"/>
                    <a:ext cx="172440" cy="27720"/>
                  </a:xfrm>
                  <a:custGeom>
                    <a:rect b="b" l="l" r="r" t="t"/>
                    <a:pathLst>
                      <a:path extrusionOk="0" h="25527" w="157162">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a:noFill/>
                  </a:ln>
                </p:spPr>
                <p:txBody>
                  <a:bodyPr anchorCtr="0" anchor="ctr" bIns="14025" lIns="91425" spcFirstLastPara="1" rIns="91425" wrap="square" tIns="14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sp>
              <p:nvSpPr>
                <p:cNvPr id="193" name="Google Shape;193;p5"/>
                <p:cNvSpPr/>
                <p:nvPr/>
              </p:nvSpPr>
              <p:spPr>
                <a:xfrm>
                  <a:off x="5210640" y="3096000"/>
                  <a:ext cx="553320" cy="853920"/>
                </a:xfrm>
                <a:custGeom>
                  <a:rect b="b" l="l" r="r" t="t"/>
                  <a:pathLst>
                    <a:path extrusionOk="0" h="777906" w="504158">
                      <a:moveTo>
                        <a:pt x="0" y="0"/>
                      </a:moveTo>
                      <a:lnTo>
                        <a:pt x="504158" y="0"/>
                      </a:lnTo>
                      <a:lnTo>
                        <a:pt x="504158" y="777907"/>
                      </a:lnTo>
                      <a:lnTo>
                        <a:pt x="0" y="777907"/>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nvGrpSpPr>
                <p:cNvPr id="194" name="Google Shape;194;p5"/>
                <p:cNvGrpSpPr/>
                <p:nvPr/>
              </p:nvGrpSpPr>
              <p:grpSpPr>
                <a:xfrm>
                  <a:off x="5275440" y="3575160"/>
                  <a:ext cx="425160" cy="172440"/>
                  <a:chOff x="5275440" y="3575160"/>
                  <a:chExt cx="425160" cy="172440"/>
                </a:xfrm>
              </p:grpSpPr>
              <p:grpSp>
                <p:nvGrpSpPr>
                  <p:cNvPr id="195" name="Google Shape;195;p5"/>
                  <p:cNvGrpSpPr/>
                  <p:nvPr/>
                </p:nvGrpSpPr>
                <p:grpSpPr>
                  <a:xfrm>
                    <a:off x="5275440" y="3575160"/>
                    <a:ext cx="425160" cy="172440"/>
                    <a:chOff x="5275440" y="3575160"/>
                    <a:chExt cx="425160" cy="172440"/>
                  </a:xfrm>
                </p:grpSpPr>
                <p:grpSp>
                  <p:nvGrpSpPr>
                    <p:cNvPr id="196" name="Google Shape;196;p5"/>
                    <p:cNvGrpSpPr/>
                    <p:nvPr/>
                  </p:nvGrpSpPr>
                  <p:grpSpPr>
                    <a:xfrm>
                      <a:off x="5275440" y="3575160"/>
                      <a:ext cx="425160" cy="71640"/>
                      <a:chOff x="5275440" y="3575160"/>
                      <a:chExt cx="425160" cy="71640"/>
                    </a:xfrm>
                  </p:grpSpPr>
                  <p:sp>
                    <p:nvSpPr>
                      <p:cNvPr id="197" name="Google Shape;197;p5"/>
                      <p:cNvSpPr/>
                      <p:nvPr/>
                    </p:nvSpPr>
                    <p:spPr>
                      <a:xfrm>
                        <a:off x="5275440" y="3575160"/>
                        <a:ext cx="425160" cy="71640"/>
                      </a:xfrm>
                      <a:custGeom>
                        <a:rect b="b" l="l" r="r" t="t"/>
                        <a:pathLst>
                          <a:path extrusionOk="0" h="65532" w="386905">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a:noFill/>
                      </a:ln>
                    </p:spPr>
                    <p:txBody>
                      <a:bodyPr anchorCtr="0" anchor="ctr" bIns="36000" lIns="91425" spcFirstLastPara="1" rIns="91425" wrap="square" tIns="36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98" name="Google Shape;198;p5"/>
                      <p:cNvSpPr/>
                      <p:nvPr/>
                    </p:nvSpPr>
                    <p:spPr>
                      <a:xfrm>
                        <a:off x="5289120" y="3589200"/>
                        <a:ext cx="411120" cy="57600"/>
                      </a:xfrm>
                      <a:custGeom>
                        <a:rect b="b" l="l" r="r" t="t"/>
                        <a:pathLst>
                          <a:path extrusionOk="0" h="52864" w="374141">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a:noFill/>
                      </a:ln>
                    </p:spPr>
                    <p:txBody>
                      <a:bodyPr anchorCtr="0" anchor="ctr" bIns="28800" lIns="91425" spcFirstLastPara="1" rIns="91425" wrap="square" tIns="288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199" name="Google Shape;199;p5"/>
                    <p:cNvGrpSpPr/>
                    <p:nvPr/>
                  </p:nvGrpSpPr>
                  <p:grpSpPr>
                    <a:xfrm>
                      <a:off x="5275440" y="3675960"/>
                      <a:ext cx="425160" cy="71640"/>
                      <a:chOff x="5275440" y="3675960"/>
                      <a:chExt cx="425160" cy="71640"/>
                    </a:xfrm>
                  </p:grpSpPr>
                  <p:sp>
                    <p:nvSpPr>
                      <p:cNvPr id="200" name="Google Shape;200;p5"/>
                      <p:cNvSpPr/>
                      <p:nvPr/>
                    </p:nvSpPr>
                    <p:spPr>
                      <a:xfrm>
                        <a:off x="5275440" y="3675960"/>
                        <a:ext cx="425160" cy="71640"/>
                      </a:xfrm>
                      <a:custGeom>
                        <a:rect b="b" l="l" r="r" t="t"/>
                        <a:pathLst>
                          <a:path extrusionOk="0" h="65532" w="386905">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a:noFill/>
                      </a:ln>
                    </p:spPr>
                    <p:txBody>
                      <a:bodyPr anchorCtr="0" anchor="ctr" bIns="36000" lIns="91425" spcFirstLastPara="1" rIns="91425" wrap="square" tIns="36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1" name="Google Shape;201;p5"/>
                      <p:cNvSpPr/>
                      <p:nvPr/>
                    </p:nvSpPr>
                    <p:spPr>
                      <a:xfrm>
                        <a:off x="5289120" y="3689640"/>
                        <a:ext cx="411120" cy="57600"/>
                      </a:xfrm>
                      <a:custGeom>
                        <a:rect b="b" l="l" r="r" t="t"/>
                        <a:pathLst>
                          <a:path extrusionOk="0" h="52864" w="374141">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a:noFill/>
                      </a:ln>
                    </p:spPr>
                    <p:txBody>
                      <a:bodyPr anchorCtr="0" anchor="ctr" bIns="28800" lIns="91425" spcFirstLastPara="1" rIns="91425" wrap="square" tIns="288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grpSp>
                <p:nvGrpSpPr>
                  <p:cNvPr id="202" name="Google Shape;202;p5"/>
                  <p:cNvGrpSpPr/>
                  <p:nvPr/>
                </p:nvGrpSpPr>
                <p:grpSpPr>
                  <a:xfrm>
                    <a:off x="5398560" y="3610800"/>
                    <a:ext cx="194760" cy="16200"/>
                    <a:chOff x="5398560" y="3610800"/>
                    <a:chExt cx="194760" cy="16200"/>
                  </a:xfrm>
                </p:grpSpPr>
                <p:sp>
                  <p:nvSpPr>
                    <p:cNvPr id="203" name="Google Shape;203;p5"/>
                    <p:cNvSpPr/>
                    <p:nvPr/>
                  </p:nvSpPr>
                  <p:spPr>
                    <a:xfrm>
                      <a:off x="5398560" y="3610800"/>
                      <a:ext cx="16200" cy="16200"/>
                    </a:xfrm>
                    <a:custGeom>
                      <a:rect b="b" l="l" r="r" t="t"/>
                      <a:pathLst>
                        <a:path extrusionOk="0" h="15049" w="15049">
                          <a:moveTo>
                            <a:pt x="15049" y="7524"/>
                          </a:moveTo>
                          <a:cubicBezTo>
                            <a:pt x="15049" y="11680"/>
                            <a:pt x="11681"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a:noFill/>
                    </a:ln>
                  </p:spPr>
                  <p:txBody>
                    <a:bodyPr anchorCtr="0" anchor="ctr" bIns="8275" lIns="91425" spcFirstLastPara="1" rIns="91425" wrap="square" tIns="82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04" name="Google Shape;204;p5"/>
                    <p:cNvSpPr/>
                    <p:nvPr/>
                  </p:nvSpPr>
                  <p:spPr>
                    <a:xfrm>
                      <a:off x="5443200" y="3610800"/>
                      <a:ext cx="16200" cy="16200"/>
                    </a:xfrm>
                    <a:custGeom>
                      <a:rect b="b" l="l" r="r" t="t"/>
                      <a:pathLst>
                        <a:path extrusionOk="0" h="15049" w="15049">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a:noFill/>
                    </a:ln>
                  </p:spPr>
                  <p:txBody>
                    <a:bodyPr anchorCtr="0" anchor="ctr" bIns="8275" lIns="91425" spcFirstLastPara="1" rIns="91425" wrap="square" tIns="82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05" name="Google Shape;205;p5"/>
                    <p:cNvSpPr/>
                    <p:nvPr/>
                  </p:nvSpPr>
                  <p:spPr>
                    <a:xfrm>
                      <a:off x="5487840" y="3610800"/>
                      <a:ext cx="16200" cy="16200"/>
                    </a:xfrm>
                    <a:custGeom>
                      <a:rect b="b" l="l" r="r" t="t"/>
                      <a:pathLst>
                        <a:path extrusionOk="0" h="15049" w="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anchorCtr="0" anchor="ctr" bIns="8275" lIns="91425" spcFirstLastPara="1" rIns="91425" wrap="square" tIns="82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06" name="Google Shape;206;p5"/>
                    <p:cNvSpPr/>
                    <p:nvPr/>
                  </p:nvSpPr>
                  <p:spPr>
                    <a:xfrm>
                      <a:off x="5532480" y="3610800"/>
                      <a:ext cx="16200" cy="16200"/>
                    </a:xfrm>
                    <a:custGeom>
                      <a:rect b="b" l="l" r="r" t="t"/>
                      <a:pathLst>
                        <a:path extrusionOk="0" h="15049" w="15049">
                          <a:moveTo>
                            <a:pt x="15049" y="7524"/>
                          </a:moveTo>
                          <a:cubicBezTo>
                            <a:pt x="15049" y="11680"/>
                            <a:pt x="11680"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a:noFill/>
                    </a:ln>
                  </p:spPr>
                  <p:txBody>
                    <a:bodyPr anchorCtr="0" anchor="ctr" bIns="8275" lIns="91425" spcFirstLastPara="1" rIns="91425" wrap="square" tIns="82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07" name="Google Shape;207;p5"/>
                    <p:cNvSpPr/>
                    <p:nvPr/>
                  </p:nvSpPr>
                  <p:spPr>
                    <a:xfrm>
                      <a:off x="5577120" y="3610800"/>
                      <a:ext cx="16200" cy="16200"/>
                    </a:xfrm>
                    <a:custGeom>
                      <a:rect b="b" l="l" r="r" t="t"/>
                      <a:pathLst>
                        <a:path extrusionOk="0" h="15049" w="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anchorCtr="0" anchor="ctr" bIns="8275" lIns="91425" spcFirstLastPara="1" rIns="91425" wrap="square" tIns="82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nvGrpSpPr>
                  <p:cNvPr id="208" name="Google Shape;208;p5"/>
                  <p:cNvGrpSpPr/>
                  <p:nvPr/>
                </p:nvGrpSpPr>
                <p:grpSpPr>
                  <a:xfrm>
                    <a:off x="5398560" y="3707280"/>
                    <a:ext cx="194760" cy="16200"/>
                    <a:chOff x="5398560" y="3707280"/>
                    <a:chExt cx="194760" cy="16200"/>
                  </a:xfrm>
                </p:grpSpPr>
                <p:sp>
                  <p:nvSpPr>
                    <p:cNvPr id="209" name="Google Shape;209;p5"/>
                    <p:cNvSpPr/>
                    <p:nvPr/>
                  </p:nvSpPr>
                  <p:spPr>
                    <a:xfrm>
                      <a:off x="5398560" y="3707280"/>
                      <a:ext cx="16200" cy="16200"/>
                    </a:xfrm>
                    <a:custGeom>
                      <a:rect b="b" l="l" r="r" t="t"/>
                      <a:pathLst>
                        <a:path extrusionOk="0" h="15049" w="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anchorCtr="0" anchor="ctr" bIns="8275" lIns="91425" spcFirstLastPara="1" rIns="91425" wrap="square" tIns="82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10" name="Google Shape;210;p5"/>
                    <p:cNvSpPr/>
                    <p:nvPr/>
                  </p:nvSpPr>
                  <p:spPr>
                    <a:xfrm>
                      <a:off x="5443200" y="3707280"/>
                      <a:ext cx="16200" cy="16200"/>
                    </a:xfrm>
                    <a:custGeom>
                      <a:rect b="b" l="l" r="r" t="t"/>
                      <a:pathLst>
                        <a:path extrusionOk="0" h="15049" w="15049">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a:noFill/>
                    </a:ln>
                  </p:spPr>
                  <p:txBody>
                    <a:bodyPr anchorCtr="0" anchor="ctr" bIns="8275" lIns="91425" spcFirstLastPara="1" rIns="91425" wrap="square" tIns="82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11" name="Google Shape;211;p5"/>
                    <p:cNvSpPr/>
                    <p:nvPr/>
                  </p:nvSpPr>
                  <p:spPr>
                    <a:xfrm>
                      <a:off x="5487840" y="3707280"/>
                      <a:ext cx="16200" cy="16200"/>
                    </a:xfrm>
                    <a:custGeom>
                      <a:rect b="b" l="l" r="r" t="t"/>
                      <a:pathLst>
                        <a:path extrusionOk="0" h="15049" w="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anchorCtr="0" anchor="ctr" bIns="8275" lIns="91425" spcFirstLastPara="1" rIns="91425" wrap="square" tIns="82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12" name="Google Shape;212;p5"/>
                    <p:cNvSpPr/>
                    <p:nvPr/>
                  </p:nvSpPr>
                  <p:spPr>
                    <a:xfrm>
                      <a:off x="5532480" y="3707280"/>
                      <a:ext cx="16200" cy="16200"/>
                    </a:xfrm>
                    <a:custGeom>
                      <a:rect b="b" l="l" r="r" t="t"/>
                      <a:pathLst>
                        <a:path extrusionOk="0" h="15049" w="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anchorCtr="0" anchor="ctr" bIns="8275" lIns="91425" spcFirstLastPara="1" rIns="91425" wrap="square" tIns="82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13" name="Google Shape;213;p5"/>
                    <p:cNvSpPr/>
                    <p:nvPr/>
                  </p:nvSpPr>
                  <p:spPr>
                    <a:xfrm>
                      <a:off x="5577120" y="3707280"/>
                      <a:ext cx="16200" cy="16200"/>
                    </a:xfrm>
                    <a:custGeom>
                      <a:rect b="b" l="l" r="r" t="t"/>
                      <a:pathLst>
                        <a:path extrusionOk="0" h="15049" w="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anchorCtr="0" anchor="ctr" bIns="8275" lIns="91425" spcFirstLastPara="1" rIns="91425" wrap="square" tIns="827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grpSp>
              <p:nvGrpSpPr>
                <p:cNvPr id="214" name="Google Shape;214;p5"/>
                <p:cNvGrpSpPr/>
                <p:nvPr/>
              </p:nvGrpSpPr>
              <p:grpSpPr>
                <a:xfrm>
                  <a:off x="5346000" y="3207960"/>
                  <a:ext cx="283680" cy="283680"/>
                  <a:chOff x="5346000" y="3207960"/>
                  <a:chExt cx="283680" cy="283680"/>
                </a:xfrm>
              </p:grpSpPr>
              <p:sp>
                <p:nvSpPr>
                  <p:cNvPr id="215" name="Google Shape;215;p5"/>
                  <p:cNvSpPr/>
                  <p:nvPr/>
                </p:nvSpPr>
                <p:spPr>
                  <a:xfrm>
                    <a:off x="5346000" y="3207960"/>
                    <a:ext cx="283680" cy="283680"/>
                  </a:xfrm>
                  <a:custGeom>
                    <a:rect b="b" l="l" r="r" t="t"/>
                    <a:pathLst>
                      <a:path extrusionOk="0" h="258317" w="258413">
                        <a:moveTo>
                          <a:pt x="258413" y="129159"/>
                        </a:moveTo>
                        <a:cubicBezTo>
                          <a:pt x="258413" y="159544"/>
                          <a:pt x="247936" y="187452"/>
                          <a:pt x="230410" y="209454"/>
                        </a:cubicBezTo>
                        <a:cubicBezTo>
                          <a:pt x="206692" y="239268"/>
                          <a:pt x="170212" y="258318"/>
                          <a:pt x="129159" y="258318"/>
                        </a:cubicBezTo>
                        <a:cubicBezTo>
                          <a:pt x="88106" y="258318"/>
                          <a:pt x="51625" y="239268"/>
                          <a:pt x="28004" y="209454"/>
                        </a:cubicBezTo>
                        <a:cubicBezTo>
                          <a:pt x="27337" y="208597"/>
                          <a:pt x="26670" y="207740"/>
                          <a:pt x="26003" y="206788"/>
                        </a:cubicBezTo>
                        <a:cubicBezTo>
                          <a:pt x="9716" y="185166"/>
                          <a:pt x="0" y="158305"/>
                          <a:pt x="0" y="129159"/>
                        </a:cubicBezTo>
                        <a:cubicBezTo>
                          <a:pt x="0" y="57817"/>
                          <a:pt x="57817" y="0"/>
                          <a:pt x="129159" y="0"/>
                        </a:cubicBezTo>
                        <a:cubicBezTo>
                          <a:pt x="176784" y="0"/>
                          <a:pt x="218313" y="25717"/>
                          <a:pt x="240697" y="64008"/>
                        </a:cubicBezTo>
                        <a:cubicBezTo>
                          <a:pt x="251936" y="83153"/>
                          <a:pt x="258318" y="105442"/>
                          <a:pt x="258318" y="12915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16" name="Google Shape;216;p5"/>
                  <p:cNvSpPr/>
                  <p:nvPr/>
                </p:nvSpPr>
                <p:spPr>
                  <a:xfrm>
                    <a:off x="5376600" y="3258720"/>
                    <a:ext cx="222480" cy="232920"/>
                  </a:xfrm>
                  <a:custGeom>
                    <a:rect b="b" l="l" r="r" t="t"/>
                    <a:pathLst>
                      <a:path extrusionOk="0" h="212216" w="202501">
                        <a:moveTo>
                          <a:pt x="202406" y="163353"/>
                        </a:moveTo>
                        <a:cubicBezTo>
                          <a:pt x="178689" y="193167"/>
                          <a:pt x="142208" y="212217"/>
                          <a:pt x="101155" y="212217"/>
                        </a:cubicBezTo>
                        <a:cubicBezTo>
                          <a:pt x="60103" y="212217"/>
                          <a:pt x="23622" y="193167"/>
                          <a:pt x="0" y="163353"/>
                        </a:cubicBezTo>
                        <a:cubicBezTo>
                          <a:pt x="9525" y="122682"/>
                          <a:pt x="42958" y="91249"/>
                          <a:pt x="84677" y="84582"/>
                        </a:cubicBezTo>
                        <a:cubicBezTo>
                          <a:pt x="68675" y="78010"/>
                          <a:pt x="57341" y="62293"/>
                          <a:pt x="57341" y="43910"/>
                        </a:cubicBezTo>
                        <a:cubicBezTo>
                          <a:pt x="57341" y="19717"/>
                          <a:pt x="76962" y="0"/>
                          <a:pt x="101251" y="0"/>
                        </a:cubicBezTo>
                        <a:cubicBezTo>
                          <a:pt x="125539" y="0"/>
                          <a:pt x="145161" y="19717"/>
                          <a:pt x="145161" y="43910"/>
                        </a:cubicBezTo>
                        <a:cubicBezTo>
                          <a:pt x="145161" y="62293"/>
                          <a:pt x="133826" y="78010"/>
                          <a:pt x="117824" y="84582"/>
                        </a:cubicBezTo>
                        <a:cubicBezTo>
                          <a:pt x="159544" y="91249"/>
                          <a:pt x="192976" y="122682"/>
                          <a:pt x="202501" y="16335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sp>
            <p:nvSpPr>
              <p:cNvPr id="217" name="Google Shape;217;p5"/>
              <p:cNvSpPr/>
              <p:nvPr/>
            </p:nvSpPr>
            <p:spPr>
              <a:xfrm>
                <a:off x="5401440" y="4012920"/>
                <a:ext cx="172440" cy="27720"/>
              </a:xfrm>
              <a:custGeom>
                <a:rect b="b" l="l" r="r" t="t"/>
                <a:pathLst>
                  <a:path extrusionOk="0" h="25527" w="157162">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a:noFill/>
              </a:ln>
            </p:spPr>
            <p:txBody>
              <a:bodyPr anchorCtr="0" anchor="ctr" bIns="14025" lIns="91425" spcFirstLastPara="1" rIns="91425" wrap="square" tIns="140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grpSp>
      <p:sp>
        <p:nvSpPr>
          <p:cNvPr id="218" name="Google Shape;218;p5"/>
          <p:cNvSpPr/>
          <p:nvPr/>
        </p:nvSpPr>
        <p:spPr>
          <a:xfrm>
            <a:off x="559300" y="487625"/>
            <a:ext cx="7229400" cy="16347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5000">
                <a:solidFill>
                  <a:srgbClr val="35363B"/>
                </a:solidFill>
                <a:latin typeface="Epilogue"/>
                <a:ea typeface="Epilogue"/>
                <a:cs typeface="Epilogue"/>
                <a:sym typeface="Epilogue"/>
              </a:rPr>
              <a:t>Global Electronics Retail</a:t>
            </a:r>
            <a:endParaRPr b="1" sz="5000">
              <a:solidFill>
                <a:srgbClr val="35363B"/>
              </a:solidFill>
              <a:latin typeface="Epilogue"/>
              <a:ea typeface="Epilogue"/>
              <a:cs typeface="Epilogue"/>
              <a:sym typeface="Epilogue"/>
            </a:endParaRPr>
          </a:p>
        </p:txBody>
      </p:sp>
      <p:sp>
        <p:nvSpPr>
          <p:cNvPr id="219" name="Google Shape;219;p5"/>
          <p:cNvSpPr/>
          <p:nvPr/>
        </p:nvSpPr>
        <p:spPr>
          <a:xfrm>
            <a:off x="525900" y="2489608"/>
            <a:ext cx="3983100" cy="123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lang="en-US" sz="1800">
                <a:solidFill>
                  <a:srgbClr val="35363B"/>
                </a:solidFill>
                <a:latin typeface="Epilogue"/>
                <a:ea typeface="Epilogue"/>
                <a:cs typeface="Epilogue"/>
                <a:sym typeface="Epilogue"/>
              </a:rPr>
              <a:t>A data analysis of a fictional global </a:t>
            </a:r>
            <a:r>
              <a:rPr lang="en-US" sz="1800">
                <a:solidFill>
                  <a:srgbClr val="35363B"/>
                </a:solidFill>
                <a:latin typeface="Epilogue"/>
                <a:ea typeface="Epilogue"/>
                <a:cs typeface="Epilogue"/>
                <a:sym typeface="Epilogue"/>
              </a:rPr>
              <a:t>electronic</a:t>
            </a:r>
            <a:r>
              <a:rPr lang="en-US" sz="1800">
                <a:solidFill>
                  <a:srgbClr val="35363B"/>
                </a:solidFill>
                <a:latin typeface="Epilogue"/>
                <a:ea typeface="Epilogue"/>
                <a:cs typeface="Epilogue"/>
                <a:sym typeface="Epilogue"/>
              </a:rPr>
              <a:t> retailer’s datasets.</a:t>
            </a:r>
            <a:endParaRPr i="0" sz="1800" u="none" cap="none" strike="noStrike">
              <a:solidFill>
                <a:srgbClr val="000000"/>
              </a:solidFill>
              <a:latin typeface="Epilogue"/>
              <a:ea typeface="Epilogue"/>
              <a:cs typeface="Epilogue"/>
              <a:sym typeface="Epilogue"/>
            </a:endParaRPr>
          </a:p>
        </p:txBody>
      </p:sp>
      <p:sp>
        <p:nvSpPr>
          <p:cNvPr id="220" name="Google Shape;220;p5"/>
          <p:cNvSpPr txBox="1"/>
          <p:nvPr/>
        </p:nvSpPr>
        <p:spPr>
          <a:xfrm>
            <a:off x="0" y="4442125"/>
            <a:ext cx="3433500" cy="70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latin typeface="Caveat"/>
                <a:ea typeface="Caveat"/>
                <a:cs typeface="Caveat"/>
                <a:sym typeface="Caveat"/>
              </a:rPr>
              <a:t>An analysis report by Ramogi Mukisa Lore, 188454</a:t>
            </a:r>
            <a:endParaRPr sz="1700">
              <a:latin typeface="Caveat"/>
              <a:ea typeface="Caveat"/>
              <a:cs typeface="Caveat"/>
              <a:sym typeface="Cave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6"/>
          <p:cNvSpPr/>
          <p:nvPr/>
        </p:nvSpPr>
        <p:spPr>
          <a:xfrm>
            <a:off x="476405" y="654755"/>
            <a:ext cx="8191200" cy="36150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b="1" lang="en-US" sz="1840" u="sng">
                <a:solidFill>
                  <a:srgbClr val="35363B"/>
                </a:solidFill>
                <a:latin typeface="Epilogue"/>
                <a:ea typeface="Epilogue"/>
                <a:cs typeface="Epilogue"/>
                <a:sym typeface="Epilogue"/>
              </a:rPr>
              <a:t>Introduction:</a:t>
            </a:r>
            <a:endParaRPr b="1" sz="1840" u="sng">
              <a:solidFill>
                <a:srgbClr val="35363B"/>
              </a:solidFill>
              <a:latin typeface="Epilogue"/>
              <a:ea typeface="Epilogue"/>
              <a:cs typeface="Epilogue"/>
              <a:sym typeface="Epilogue"/>
            </a:endParaRPr>
          </a:p>
        </p:txBody>
      </p:sp>
      <p:sp>
        <p:nvSpPr>
          <p:cNvPr id="226" name="Google Shape;226;p6"/>
          <p:cNvSpPr/>
          <p:nvPr/>
        </p:nvSpPr>
        <p:spPr>
          <a:xfrm>
            <a:off x="625200" y="1214075"/>
            <a:ext cx="7893600" cy="3236400"/>
          </a:xfrm>
          <a:prstGeom prst="rect">
            <a:avLst/>
          </a:prstGeom>
          <a:noFill/>
          <a:ln>
            <a:noFill/>
          </a:ln>
        </p:spPr>
        <p:txBody>
          <a:bodyPr anchorCtr="0" anchor="t" bIns="45700" lIns="91425" spcFirstLastPara="1" rIns="91425" wrap="square" tIns="45700">
            <a:noAutofit/>
          </a:bodyPr>
          <a:lstStyle/>
          <a:p>
            <a:pPr indent="-317500" lvl="0" marL="457200" marR="0" rtl="0" algn="l">
              <a:lnSpc>
                <a:spcPct val="140001"/>
              </a:lnSpc>
              <a:spcBef>
                <a:spcPts val="1000"/>
              </a:spcBef>
              <a:spcAft>
                <a:spcPts val="0"/>
              </a:spcAft>
              <a:buClr>
                <a:srgbClr val="35363B"/>
              </a:buClr>
              <a:buSzPts val="1400"/>
              <a:buFont typeface="Epilogue"/>
              <a:buChar char="●"/>
            </a:pPr>
            <a:r>
              <a:rPr lang="en-US">
                <a:solidFill>
                  <a:srgbClr val="35363B"/>
                </a:solidFill>
                <a:latin typeface="Epilogue"/>
                <a:ea typeface="Epilogue"/>
                <a:cs typeface="Epilogue"/>
                <a:sym typeface="Epilogue"/>
              </a:rPr>
              <a:t>This presentation is a culmination of the various analytical and visualization skills acquired throughout the course. Including Data Manipulation using Pandas, Visualization using Seaborn, and Hypothesis Testing using Scipy.</a:t>
            </a:r>
            <a:endParaRPr>
              <a:solidFill>
                <a:srgbClr val="35363B"/>
              </a:solidFill>
              <a:latin typeface="Epilogue"/>
              <a:ea typeface="Epilogue"/>
              <a:cs typeface="Epilogue"/>
              <a:sym typeface="Epilogue"/>
            </a:endParaRPr>
          </a:p>
          <a:p>
            <a:pPr indent="-317500" lvl="0" marL="457200" marR="0" rtl="0" algn="l">
              <a:lnSpc>
                <a:spcPct val="140001"/>
              </a:lnSpc>
              <a:spcBef>
                <a:spcPts val="1000"/>
              </a:spcBef>
              <a:spcAft>
                <a:spcPts val="0"/>
              </a:spcAft>
              <a:buClr>
                <a:srgbClr val="35363B"/>
              </a:buClr>
              <a:buSzPts val="1400"/>
              <a:buFont typeface="Epilogue"/>
              <a:buChar char="●"/>
            </a:pPr>
            <a:r>
              <a:rPr lang="en-US">
                <a:solidFill>
                  <a:srgbClr val="35363B"/>
                </a:solidFill>
                <a:latin typeface="Epilogue"/>
                <a:ea typeface="Epilogue"/>
                <a:cs typeface="Epilogue"/>
                <a:sym typeface="Epilogue"/>
              </a:rPr>
              <a:t>It is a look at the records kept by a fictional global electronics retailer for various fields of interest. Including Sales, Products offered, Customer data and Currency Exchange Rates.</a:t>
            </a:r>
            <a:endParaRPr>
              <a:solidFill>
                <a:srgbClr val="35363B"/>
              </a:solidFill>
              <a:latin typeface="Epilogue"/>
              <a:ea typeface="Epilogue"/>
              <a:cs typeface="Epilogue"/>
              <a:sym typeface="Epilogue"/>
            </a:endParaRPr>
          </a:p>
          <a:p>
            <a:pPr indent="-317500" lvl="0" marL="457200" marR="0" rtl="0" algn="l">
              <a:lnSpc>
                <a:spcPct val="140001"/>
              </a:lnSpc>
              <a:spcBef>
                <a:spcPts val="1000"/>
              </a:spcBef>
              <a:spcAft>
                <a:spcPts val="0"/>
              </a:spcAft>
              <a:buClr>
                <a:srgbClr val="35363B"/>
              </a:buClr>
              <a:buSzPts val="1400"/>
              <a:buFont typeface="Epilogue"/>
              <a:buChar char="●"/>
            </a:pPr>
            <a:r>
              <a:rPr lang="en-US">
                <a:solidFill>
                  <a:srgbClr val="35363B"/>
                </a:solidFill>
                <a:latin typeface="Epilogue"/>
                <a:ea typeface="Epilogue"/>
                <a:cs typeface="Epilogue"/>
                <a:sym typeface="Epilogue"/>
              </a:rPr>
              <a:t>While being technical my objective is to give a glimpse of what I found upon analysing the dataset. Such that not only those with technical expertise can understand but a fictional stakeholder with little to none such </a:t>
            </a:r>
            <a:r>
              <a:rPr lang="en-US">
                <a:solidFill>
                  <a:srgbClr val="35363B"/>
                </a:solidFill>
                <a:latin typeface="Epilogue"/>
                <a:ea typeface="Epilogue"/>
                <a:cs typeface="Epilogue"/>
                <a:sym typeface="Epilogue"/>
              </a:rPr>
              <a:t>expertise</a:t>
            </a:r>
            <a:r>
              <a:rPr lang="en-US">
                <a:solidFill>
                  <a:srgbClr val="35363B"/>
                </a:solidFill>
                <a:latin typeface="Epilogue"/>
                <a:ea typeface="Epilogue"/>
                <a:cs typeface="Epilogue"/>
                <a:sym typeface="Epilogue"/>
              </a:rPr>
              <a:t> can as well.</a:t>
            </a:r>
            <a:endParaRPr>
              <a:solidFill>
                <a:srgbClr val="35363B"/>
              </a:solidFill>
              <a:latin typeface="Epilogue"/>
              <a:ea typeface="Epilogue"/>
              <a:cs typeface="Epilogue"/>
              <a:sym typeface="Epilogue"/>
            </a:endParaRPr>
          </a:p>
          <a:p>
            <a:pPr indent="0" lvl="0" marL="0" marR="0" rtl="0" algn="l">
              <a:lnSpc>
                <a:spcPct val="140001"/>
              </a:lnSpc>
              <a:spcBef>
                <a:spcPts val="1000"/>
              </a:spcBef>
              <a:spcAft>
                <a:spcPts val="0"/>
              </a:spcAft>
              <a:buNone/>
            </a:pPr>
            <a:r>
              <a:t/>
            </a:r>
            <a:endParaRPr sz="1100">
              <a:solidFill>
                <a:srgbClr val="35363B"/>
              </a:solidFill>
              <a:latin typeface="Epilogue"/>
              <a:ea typeface="Epilogue"/>
              <a:cs typeface="Epilogue"/>
              <a:sym typeface="Epilogu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7"/>
          <p:cNvSpPr/>
          <p:nvPr/>
        </p:nvSpPr>
        <p:spPr>
          <a:xfrm>
            <a:off x="476280" y="380880"/>
            <a:ext cx="8191200" cy="36150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b="1" lang="en-US" sz="2040" u="sng">
                <a:solidFill>
                  <a:srgbClr val="35363B"/>
                </a:solidFill>
                <a:latin typeface="Epilogue"/>
                <a:ea typeface="Epilogue"/>
                <a:cs typeface="Epilogue"/>
                <a:sym typeface="Epilogue"/>
              </a:rPr>
              <a:t>Introduction: Motivation</a:t>
            </a:r>
            <a:endParaRPr b="1" sz="2040" u="sng">
              <a:solidFill>
                <a:srgbClr val="35363B"/>
              </a:solidFill>
              <a:latin typeface="Epilogue"/>
              <a:ea typeface="Epilogue"/>
              <a:cs typeface="Epilogue"/>
              <a:sym typeface="Epilogue"/>
            </a:endParaRPr>
          </a:p>
        </p:txBody>
      </p:sp>
      <p:sp>
        <p:nvSpPr>
          <p:cNvPr id="232" name="Google Shape;232;p7"/>
          <p:cNvSpPr/>
          <p:nvPr/>
        </p:nvSpPr>
        <p:spPr>
          <a:xfrm>
            <a:off x="529725" y="742375"/>
            <a:ext cx="7960500" cy="4260900"/>
          </a:xfrm>
          <a:prstGeom prst="rect">
            <a:avLst/>
          </a:prstGeom>
          <a:noFill/>
          <a:ln>
            <a:noFill/>
          </a:ln>
        </p:spPr>
        <p:txBody>
          <a:bodyPr anchorCtr="0" anchor="t" bIns="45700" lIns="91425" spcFirstLastPara="1" rIns="91425" wrap="square" tIns="45700">
            <a:noAutofit/>
          </a:bodyPr>
          <a:lstStyle/>
          <a:p>
            <a:pPr indent="-311150" lvl="0" marL="457200" marR="0" rtl="0" algn="l">
              <a:lnSpc>
                <a:spcPct val="115000"/>
              </a:lnSpc>
              <a:spcBef>
                <a:spcPts val="1000"/>
              </a:spcBef>
              <a:spcAft>
                <a:spcPts val="0"/>
              </a:spcAft>
              <a:buClr>
                <a:srgbClr val="000000"/>
              </a:buClr>
              <a:buSzPts val="1300"/>
              <a:buFont typeface="Noto Sans Symbols"/>
              <a:buChar char="●"/>
            </a:pPr>
            <a:r>
              <a:rPr lang="en-US" sz="1300">
                <a:solidFill>
                  <a:srgbClr val="35363B"/>
                </a:solidFill>
                <a:latin typeface="Lato"/>
                <a:ea typeface="Lato"/>
                <a:cs typeface="Lato"/>
                <a:sym typeface="Lato"/>
              </a:rPr>
              <a:t>Dataset used: </a:t>
            </a:r>
            <a:r>
              <a:rPr lang="en-US" sz="1300" u="sng">
                <a:solidFill>
                  <a:schemeClr val="hlink"/>
                </a:solidFill>
                <a:latin typeface="Lato"/>
                <a:ea typeface="Lato"/>
                <a:cs typeface="Lato"/>
                <a:sym typeface="Lato"/>
                <a:hlinkClick r:id="rId3"/>
              </a:rPr>
              <a:t>Global Electronics Retailer free dataset</a:t>
            </a:r>
            <a:endParaRPr sz="1300">
              <a:latin typeface="Noto Sans Symbols"/>
              <a:ea typeface="Noto Sans Symbols"/>
              <a:cs typeface="Noto Sans Symbols"/>
              <a:sym typeface="Noto Sans Symbols"/>
            </a:endParaRPr>
          </a:p>
          <a:p>
            <a:pPr indent="-311150" lvl="0" marL="457200" marR="0" rtl="0" algn="l">
              <a:lnSpc>
                <a:spcPct val="115000"/>
              </a:lnSpc>
              <a:spcBef>
                <a:spcPts val="1000"/>
              </a:spcBef>
              <a:spcAft>
                <a:spcPts val="0"/>
              </a:spcAft>
              <a:buSzPts val="1300"/>
              <a:buFont typeface="Noto Sans Symbols"/>
              <a:buChar char="●"/>
            </a:pPr>
            <a:r>
              <a:rPr lang="en-US" sz="1300">
                <a:latin typeface="Noto Sans Symbols"/>
                <a:ea typeface="Noto Sans Symbols"/>
                <a:cs typeface="Noto Sans Symbols"/>
                <a:sym typeface="Noto Sans Symbols"/>
              </a:rPr>
              <a:t>Reason for choice:</a:t>
            </a:r>
            <a:endParaRPr sz="1300">
              <a:latin typeface="Noto Sans Symbols"/>
              <a:ea typeface="Noto Sans Symbols"/>
              <a:cs typeface="Noto Sans Symbols"/>
              <a:sym typeface="Noto Sans Symbols"/>
            </a:endParaRPr>
          </a:p>
          <a:p>
            <a:pPr indent="-311150" lvl="1" marL="914400" marR="0" rtl="0" algn="l">
              <a:lnSpc>
                <a:spcPct val="115000"/>
              </a:lnSpc>
              <a:spcBef>
                <a:spcPts val="1000"/>
              </a:spcBef>
              <a:spcAft>
                <a:spcPts val="0"/>
              </a:spcAft>
              <a:buSzPts val="1300"/>
              <a:buFont typeface="Noto Sans Symbols"/>
              <a:buChar char="○"/>
            </a:pPr>
            <a:r>
              <a:rPr lang="en-US" sz="1300">
                <a:latin typeface="Noto Sans Symbols"/>
                <a:ea typeface="Noto Sans Symbols"/>
                <a:cs typeface="Noto Sans Symbols"/>
                <a:sym typeface="Noto Sans Symbols"/>
              </a:rPr>
              <a:t>I had decided for the capstone project to perform data analysis on multiple related datasets not too dissimilar to performing data analysis on a database. This was taken not only as a personal challenge but as practice for the collection of data analytical skills gained throughout the course.</a:t>
            </a:r>
            <a:endParaRPr sz="1300">
              <a:latin typeface="Noto Sans Symbols"/>
              <a:ea typeface="Noto Sans Symbols"/>
              <a:cs typeface="Noto Sans Symbols"/>
              <a:sym typeface="Noto Sans Symbols"/>
            </a:endParaRPr>
          </a:p>
          <a:p>
            <a:pPr indent="-311150" lvl="1" marL="914400" marR="0" rtl="0" algn="l">
              <a:lnSpc>
                <a:spcPct val="115000"/>
              </a:lnSpc>
              <a:spcBef>
                <a:spcPts val="1000"/>
              </a:spcBef>
              <a:spcAft>
                <a:spcPts val="0"/>
              </a:spcAft>
              <a:buSzPts val="1300"/>
              <a:buFont typeface="Noto Sans Symbols"/>
              <a:buChar char="○"/>
            </a:pPr>
            <a:r>
              <a:rPr lang="en-US" sz="1300">
                <a:latin typeface="Noto Sans Symbols"/>
                <a:ea typeface="Noto Sans Symbols"/>
                <a:cs typeface="Noto Sans Symbols"/>
                <a:sym typeface="Noto Sans Symbols"/>
              </a:rPr>
              <a:t>The dataset was sourced from an open source data collection from Maven analytics and was of both high quality and quantity with very few missing values. Perfect for analysis.</a:t>
            </a:r>
            <a:endParaRPr sz="1300">
              <a:latin typeface="Noto Sans Symbols"/>
              <a:ea typeface="Noto Sans Symbols"/>
              <a:cs typeface="Noto Sans Symbols"/>
              <a:sym typeface="Noto Sans Symbols"/>
            </a:endParaRPr>
          </a:p>
          <a:p>
            <a:pPr indent="-311150" lvl="0" marL="457200" marR="0" rtl="0" algn="l">
              <a:lnSpc>
                <a:spcPct val="115000"/>
              </a:lnSpc>
              <a:spcBef>
                <a:spcPts val="1000"/>
              </a:spcBef>
              <a:spcAft>
                <a:spcPts val="0"/>
              </a:spcAft>
              <a:buSzPts val="1300"/>
              <a:buFont typeface="Noto Sans Symbols"/>
              <a:buChar char="●"/>
            </a:pPr>
            <a:r>
              <a:rPr lang="en-US" sz="1300">
                <a:latin typeface="Noto Sans Symbols"/>
                <a:ea typeface="Noto Sans Symbols"/>
                <a:cs typeface="Noto Sans Symbols"/>
                <a:sym typeface="Noto Sans Symbols"/>
              </a:rPr>
              <a:t>The description for the dataset from the source website reads:</a:t>
            </a:r>
            <a:endParaRPr sz="1300">
              <a:latin typeface="Noto Sans Symbols"/>
              <a:ea typeface="Noto Sans Symbols"/>
              <a:cs typeface="Noto Sans Symbols"/>
              <a:sym typeface="Noto Sans Symbols"/>
            </a:endParaRPr>
          </a:p>
          <a:p>
            <a:pPr indent="-311150" lvl="1" marL="914400" marR="0" rtl="0" algn="l">
              <a:lnSpc>
                <a:spcPct val="115000"/>
              </a:lnSpc>
              <a:spcBef>
                <a:spcPts val="1000"/>
              </a:spcBef>
              <a:spcAft>
                <a:spcPts val="0"/>
              </a:spcAft>
              <a:buSzPts val="1300"/>
              <a:buFont typeface="Noto Sans Symbols"/>
              <a:buChar char="○"/>
            </a:pPr>
            <a:r>
              <a:rPr i="1" lang="en-US" sz="1300">
                <a:latin typeface="Noto Sans Symbols"/>
                <a:ea typeface="Noto Sans Symbols"/>
                <a:cs typeface="Noto Sans Symbols"/>
                <a:sym typeface="Noto Sans Symbols"/>
              </a:rPr>
              <a:t>Sales data for a fictitious global electronics retailer, including tables containing information about transactions, products, customers, stores and currency exchange rates.</a:t>
            </a:r>
            <a:endParaRPr i="1" sz="1300">
              <a:latin typeface="Noto Sans Symbols"/>
              <a:ea typeface="Noto Sans Symbols"/>
              <a:cs typeface="Noto Sans Symbols"/>
              <a:sym typeface="Noto Sans Symbols"/>
            </a:endParaRPr>
          </a:p>
          <a:p>
            <a:pPr indent="-311150" lvl="0" marL="457200" marR="0" rtl="0" algn="l">
              <a:lnSpc>
                <a:spcPct val="115000"/>
              </a:lnSpc>
              <a:spcBef>
                <a:spcPts val="1000"/>
              </a:spcBef>
              <a:spcAft>
                <a:spcPts val="0"/>
              </a:spcAft>
              <a:buSzPts val="1300"/>
              <a:buFont typeface="Noto Sans Symbols"/>
              <a:buChar char="●"/>
            </a:pPr>
            <a:r>
              <a:rPr lang="en-US" sz="1300">
                <a:latin typeface="Noto Sans Symbols"/>
                <a:ea typeface="Noto Sans Symbols"/>
                <a:cs typeface="Noto Sans Symbols"/>
                <a:sym typeface="Noto Sans Symbols"/>
              </a:rPr>
              <a:t>From the dataset this report will look into sales transactions analytics, products analytics, product delivery metrics and hypothesis testing.</a:t>
            </a:r>
            <a:endParaRPr sz="1300">
              <a:latin typeface="Noto Sans Symbols"/>
              <a:ea typeface="Noto Sans Symbols"/>
              <a:cs typeface="Noto Sans Symbols"/>
              <a:sym typeface="Noto Sans Symbol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8"/>
          <p:cNvSpPr/>
          <p:nvPr/>
        </p:nvSpPr>
        <p:spPr>
          <a:xfrm>
            <a:off x="255830" y="200530"/>
            <a:ext cx="8191200" cy="36150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b="1" lang="en-US" sz="2040" u="sng">
                <a:solidFill>
                  <a:srgbClr val="35363B"/>
                </a:solidFill>
                <a:latin typeface="Epilogue"/>
                <a:ea typeface="Epilogue"/>
                <a:cs typeface="Epilogue"/>
                <a:sym typeface="Epilogue"/>
              </a:rPr>
              <a:t>Introduction: Descriptive Statistics</a:t>
            </a:r>
            <a:endParaRPr b="1" sz="2040" u="sng">
              <a:solidFill>
                <a:srgbClr val="35363B"/>
              </a:solidFill>
              <a:latin typeface="Epilogue"/>
              <a:ea typeface="Epilogue"/>
              <a:cs typeface="Epilogue"/>
              <a:sym typeface="Epilogue"/>
            </a:endParaRPr>
          </a:p>
        </p:txBody>
      </p:sp>
      <p:sp>
        <p:nvSpPr>
          <p:cNvPr id="238" name="Google Shape;238;p8"/>
          <p:cNvSpPr/>
          <p:nvPr/>
        </p:nvSpPr>
        <p:spPr>
          <a:xfrm>
            <a:off x="865800" y="695625"/>
            <a:ext cx="7412400" cy="4300800"/>
          </a:xfrm>
          <a:prstGeom prst="rect">
            <a:avLst/>
          </a:prstGeom>
          <a:noFill/>
          <a:ln>
            <a:noFill/>
          </a:ln>
        </p:spPr>
        <p:txBody>
          <a:bodyPr anchorCtr="0" anchor="t" bIns="45700" lIns="91425" spcFirstLastPara="1" rIns="91425" wrap="square" tIns="45700">
            <a:noAutofit/>
          </a:bodyPr>
          <a:lstStyle/>
          <a:p>
            <a:pPr indent="-285750" lvl="0" marL="457200" marR="0" rtl="0" algn="l">
              <a:lnSpc>
                <a:spcPct val="140001"/>
              </a:lnSpc>
              <a:spcBef>
                <a:spcPts val="0"/>
              </a:spcBef>
              <a:spcAft>
                <a:spcPts val="0"/>
              </a:spcAft>
              <a:buClr>
                <a:srgbClr val="000000"/>
              </a:buClr>
              <a:buSzPts val="900"/>
              <a:buFont typeface="Noto Sans Symbols"/>
              <a:buChar char="●"/>
            </a:pPr>
            <a:r>
              <a:rPr lang="en-US" sz="900">
                <a:solidFill>
                  <a:srgbClr val="35363B"/>
                </a:solidFill>
                <a:latin typeface="Lato"/>
                <a:ea typeface="Lato"/>
                <a:cs typeface="Lato"/>
                <a:sym typeface="Lato"/>
              </a:rPr>
              <a:t>The dataset  ‘Global Electronics Retailer’ contains 5 fictional relational tables that each contain data collected by a fictional global electronics retailer about several things.</a:t>
            </a:r>
            <a:endParaRPr sz="900">
              <a:solidFill>
                <a:srgbClr val="35363B"/>
              </a:solidFill>
              <a:latin typeface="Lato"/>
              <a:ea typeface="Lato"/>
              <a:cs typeface="Lato"/>
              <a:sym typeface="Lato"/>
            </a:endParaRPr>
          </a:p>
          <a:p>
            <a:pPr indent="-285750" lvl="0" marL="457200" marR="0" rtl="0" algn="l">
              <a:lnSpc>
                <a:spcPct val="140001"/>
              </a:lnSpc>
              <a:spcBef>
                <a:spcPts val="0"/>
              </a:spcBef>
              <a:spcAft>
                <a:spcPts val="0"/>
              </a:spcAft>
              <a:buClr>
                <a:srgbClr val="35363B"/>
              </a:buClr>
              <a:buSzPts val="900"/>
              <a:buFont typeface="Lato"/>
              <a:buChar char="●"/>
            </a:pPr>
            <a:r>
              <a:rPr b="1" lang="en-US" sz="900" u="sng">
                <a:solidFill>
                  <a:srgbClr val="35363B"/>
                </a:solidFill>
                <a:latin typeface="Lato"/>
                <a:ea typeface="Lato"/>
                <a:cs typeface="Lato"/>
                <a:sym typeface="Lato"/>
              </a:rPr>
              <a:t>Data_Dictionare.csv</a:t>
            </a:r>
            <a:endParaRPr b="1" sz="900" u="sng">
              <a:solidFill>
                <a:srgbClr val="35363B"/>
              </a:solidFill>
              <a:latin typeface="Lato"/>
              <a:ea typeface="Lato"/>
              <a:cs typeface="Lato"/>
              <a:sym typeface="Lato"/>
            </a:endParaRPr>
          </a:p>
          <a:p>
            <a:pPr indent="-285750" lvl="1" marL="914400" marR="0" rtl="0" algn="l">
              <a:lnSpc>
                <a:spcPct val="140001"/>
              </a:lnSpc>
              <a:spcBef>
                <a:spcPts val="0"/>
              </a:spcBef>
              <a:spcAft>
                <a:spcPts val="0"/>
              </a:spcAft>
              <a:buClr>
                <a:srgbClr val="35363B"/>
              </a:buClr>
              <a:buSzPts val="900"/>
              <a:buFont typeface="Lato"/>
              <a:buChar char="○"/>
            </a:pPr>
            <a:r>
              <a:rPr lang="en-US" sz="900">
                <a:solidFill>
                  <a:srgbClr val="35363B"/>
                </a:solidFill>
                <a:latin typeface="Lato"/>
                <a:ea typeface="Lato"/>
                <a:cs typeface="Lato"/>
                <a:sym typeface="Lato"/>
              </a:rPr>
              <a:t>This is a table that acts as a dictionary that provides descriptions for all attributes of the other tables in the 'Global Electronics Retailer' folder.</a:t>
            </a:r>
            <a:endParaRPr sz="900">
              <a:solidFill>
                <a:srgbClr val="35363B"/>
              </a:solidFill>
              <a:latin typeface="Lato"/>
              <a:ea typeface="Lato"/>
              <a:cs typeface="Lato"/>
              <a:sym typeface="Lato"/>
            </a:endParaRPr>
          </a:p>
          <a:p>
            <a:pPr indent="-285750" lvl="1" marL="914400" marR="0" rtl="0" algn="l">
              <a:lnSpc>
                <a:spcPct val="140001"/>
              </a:lnSpc>
              <a:spcBef>
                <a:spcPts val="0"/>
              </a:spcBef>
              <a:spcAft>
                <a:spcPts val="0"/>
              </a:spcAft>
              <a:buClr>
                <a:srgbClr val="35363B"/>
              </a:buClr>
              <a:buSzPts val="900"/>
              <a:buFont typeface="Lato"/>
              <a:buChar char="○"/>
            </a:pPr>
            <a:r>
              <a:rPr lang="en-US" sz="900">
                <a:solidFill>
                  <a:srgbClr val="35363B"/>
                </a:solidFill>
                <a:latin typeface="Lato"/>
                <a:ea typeface="Lato"/>
                <a:cs typeface="Lato"/>
                <a:sym typeface="Lato"/>
              </a:rPr>
              <a:t>The table has 37 rows and 3 attributes, from which we can refer that there are a total of 37 attributes across the entire dataset split between the different tables.</a:t>
            </a:r>
            <a:endParaRPr sz="900">
              <a:solidFill>
                <a:srgbClr val="35363B"/>
              </a:solidFill>
              <a:latin typeface="Lato"/>
              <a:ea typeface="Lato"/>
              <a:cs typeface="Lato"/>
              <a:sym typeface="Lato"/>
            </a:endParaRPr>
          </a:p>
          <a:p>
            <a:pPr indent="-285750" lvl="0" marL="457200" marR="0" rtl="0" algn="l">
              <a:lnSpc>
                <a:spcPct val="140001"/>
              </a:lnSpc>
              <a:spcBef>
                <a:spcPts val="0"/>
              </a:spcBef>
              <a:spcAft>
                <a:spcPts val="0"/>
              </a:spcAft>
              <a:buClr>
                <a:srgbClr val="35363B"/>
              </a:buClr>
              <a:buSzPts val="900"/>
              <a:buFont typeface="Lato"/>
              <a:buChar char="●"/>
            </a:pPr>
            <a:r>
              <a:rPr b="1" lang="en-US" sz="900" u="sng">
                <a:solidFill>
                  <a:srgbClr val="35363B"/>
                </a:solidFill>
                <a:latin typeface="Lato"/>
                <a:ea typeface="Lato"/>
                <a:cs typeface="Lato"/>
                <a:sym typeface="Lato"/>
              </a:rPr>
              <a:t>Customers.csv</a:t>
            </a:r>
            <a:endParaRPr b="1" sz="900" u="sng">
              <a:solidFill>
                <a:srgbClr val="35363B"/>
              </a:solidFill>
              <a:latin typeface="Lato"/>
              <a:ea typeface="Lato"/>
              <a:cs typeface="Lato"/>
              <a:sym typeface="Lato"/>
            </a:endParaRPr>
          </a:p>
          <a:p>
            <a:pPr indent="-285750" lvl="1" marL="914400" marR="0" rtl="0" algn="l">
              <a:lnSpc>
                <a:spcPct val="140001"/>
              </a:lnSpc>
              <a:spcBef>
                <a:spcPts val="0"/>
              </a:spcBef>
              <a:spcAft>
                <a:spcPts val="0"/>
              </a:spcAft>
              <a:buClr>
                <a:srgbClr val="35363B"/>
              </a:buClr>
              <a:buSzPts val="900"/>
              <a:buFont typeface="Lato"/>
              <a:buChar char="○"/>
            </a:pPr>
            <a:r>
              <a:rPr lang="en-US" sz="900">
                <a:solidFill>
                  <a:srgbClr val="35363B"/>
                </a:solidFill>
                <a:latin typeface="Lato"/>
                <a:ea typeface="Lato"/>
                <a:cs typeface="Lato"/>
                <a:sym typeface="Lato"/>
              </a:rPr>
              <a:t>A table that keeps customer details. </a:t>
            </a:r>
            <a:endParaRPr sz="900">
              <a:solidFill>
                <a:srgbClr val="35363B"/>
              </a:solidFill>
              <a:latin typeface="Lato"/>
              <a:ea typeface="Lato"/>
              <a:cs typeface="Lato"/>
              <a:sym typeface="Lato"/>
            </a:endParaRPr>
          </a:p>
          <a:p>
            <a:pPr indent="-285750" lvl="1" marL="914400" marR="0" rtl="0" algn="l">
              <a:lnSpc>
                <a:spcPct val="140001"/>
              </a:lnSpc>
              <a:spcBef>
                <a:spcPts val="0"/>
              </a:spcBef>
              <a:spcAft>
                <a:spcPts val="0"/>
              </a:spcAft>
              <a:buClr>
                <a:srgbClr val="35363B"/>
              </a:buClr>
              <a:buSzPts val="900"/>
              <a:buFont typeface="Lato"/>
              <a:buChar char="○"/>
            </a:pPr>
            <a:r>
              <a:rPr lang="en-US" sz="900">
                <a:solidFill>
                  <a:srgbClr val="35363B"/>
                </a:solidFill>
                <a:latin typeface="Lato"/>
                <a:ea typeface="Lato"/>
                <a:cs typeface="Lato"/>
                <a:sym typeface="Lato"/>
              </a:rPr>
              <a:t>It consists of 15,266 rows and 10 features.</a:t>
            </a:r>
            <a:endParaRPr sz="900">
              <a:solidFill>
                <a:srgbClr val="35363B"/>
              </a:solidFill>
              <a:latin typeface="Lato"/>
              <a:ea typeface="Lato"/>
              <a:cs typeface="Lato"/>
              <a:sym typeface="Lato"/>
            </a:endParaRPr>
          </a:p>
          <a:p>
            <a:pPr indent="-285750" lvl="0" marL="457200" marR="0" rtl="0" algn="l">
              <a:lnSpc>
                <a:spcPct val="140001"/>
              </a:lnSpc>
              <a:spcBef>
                <a:spcPts val="0"/>
              </a:spcBef>
              <a:spcAft>
                <a:spcPts val="0"/>
              </a:spcAft>
              <a:buClr>
                <a:srgbClr val="35363B"/>
              </a:buClr>
              <a:buSzPts val="900"/>
              <a:buFont typeface="Lato"/>
              <a:buChar char="●"/>
            </a:pPr>
            <a:r>
              <a:rPr b="1" lang="en-US" sz="900" u="sng">
                <a:solidFill>
                  <a:srgbClr val="35363B"/>
                </a:solidFill>
                <a:latin typeface="Lato"/>
                <a:ea typeface="Lato"/>
                <a:cs typeface="Lato"/>
                <a:sym typeface="Lato"/>
              </a:rPr>
              <a:t>Sales.csv</a:t>
            </a:r>
            <a:endParaRPr b="1" sz="900" u="sng">
              <a:solidFill>
                <a:srgbClr val="35363B"/>
              </a:solidFill>
              <a:latin typeface="Lato"/>
              <a:ea typeface="Lato"/>
              <a:cs typeface="Lato"/>
              <a:sym typeface="Lato"/>
            </a:endParaRPr>
          </a:p>
          <a:p>
            <a:pPr indent="-285750" lvl="1" marL="914400" marR="0" rtl="0" algn="l">
              <a:lnSpc>
                <a:spcPct val="140001"/>
              </a:lnSpc>
              <a:spcBef>
                <a:spcPts val="0"/>
              </a:spcBef>
              <a:spcAft>
                <a:spcPts val="0"/>
              </a:spcAft>
              <a:buClr>
                <a:srgbClr val="35363B"/>
              </a:buClr>
              <a:buSzPts val="900"/>
              <a:buFont typeface="Lato"/>
              <a:buChar char="○"/>
            </a:pPr>
            <a:r>
              <a:rPr lang="en-US" sz="900">
                <a:solidFill>
                  <a:srgbClr val="35363B"/>
                </a:solidFill>
                <a:latin typeface="Lato"/>
                <a:ea typeface="Lato"/>
                <a:cs typeface="Lato"/>
                <a:sym typeface="Lato"/>
              </a:rPr>
              <a:t>A table that records all sales transactions between the retailer and customers.</a:t>
            </a:r>
            <a:endParaRPr sz="900">
              <a:solidFill>
                <a:srgbClr val="35363B"/>
              </a:solidFill>
              <a:latin typeface="Lato"/>
              <a:ea typeface="Lato"/>
              <a:cs typeface="Lato"/>
              <a:sym typeface="Lato"/>
            </a:endParaRPr>
          </a:p>
          <a:p>
            <a:pPr indent="-285750" lvl="1" marL="914400" marR="0" rtl="0" algn="l">
              <a:lnSpc>
                <a:spcPct val="140001"/>
              </a:lnSpc>
              <a:spcBef>
                <a:spcPts val="0"/>
              </a:spcBef>
              <a:spcAft>
                <a:spcPts val="0"/>
              </a:spcAft>
              <a:buClr>
                <a:srgbClr val="35363B"/>
              </a:buClr>
              <a:buSzPts val="900"/>
              <a:buFont typeface="Lato"/>
              <a:buChar char="○"/>
            </a:pPr>
            <a:r>
              <a:rPr lang="en-US" sz="900">
                <a:solidFill>
                  <a:srgbClr val="35363B"/>
                </a:solidFill>
                <a:latin typeface="Lato"/>
                <a:ea typeface="Lato"/>
                <a:cs typeface="Lato"/>
                <a:sym typeface="Lato"/>
              </a:rPr>
              <a:t>It consists of 62,884 rows and 9 attributes.</a:t>
            </a:r>
            <a:endParaRPr sz="900">
              <a:solidFill>
                <a:srgbClr val="35363B"/>
              </a:solidFill>
              <a:latin typeface="Lato"/>
              <a:ea typeface="Lato"/>
              <a:cs typeface="Lato"/>
              <a:sym typeface="Lato"/>
            </a:endParaRPr>
          </a:p>
          <a:p>
            <a:pPr indent="-285750" lvl="0" marL="457200" marR="0" rtl="0" algn="l">
              <a:lnSpc>
                <a:spcPct val="140001"/>
              </a:lnSpc>
              <a:spcBef>
                <a:spcPts val="0"/>
              </a:spcBef>
              <a:spcAft>
                <a:spcPts val="0"/>
              </a:spcAft>
              <a:buClr>
                <a:srgbClr val="35363B"/>
              </a:buClr>
              <a:buSzPts val="900"/>
              <a:buFont typeface="Lato"/>
              <a:buChar char="●"/>
            </a:pPr>
            <a:r>
              <a:rPr b="1" lang="en-US" sz="900" u="sng">
                <a:solidFill>
                  <a:srgbClr val="35363B"/>
                </a:solidFill>
                <a:latin typeface="Lato"/>
                <a:ea typeface="Lato"/>
                <a:cs typeface="Lato"/>
                <a:sym typeface="Lato"/>
              </a:rPr>
              <a:t>Exchange_Rates.csv</a:t>
            </a:r>
            <a:endParaRPr b="1" sz="900" u="sng">
              <a:solidFill>
                <a:srgbClr val="35363B"/>
              </a:solidFill>
              <a:latin typeface="Lato"/>
              <a:ea typeface="Lato"/>
              <a:cs typeface="Lato"/>
              <a:sym typeface="Lato"/>
            </a:endParaRPr>
          </a:p>
          <a:p>
            <a:pPr indent="-285750" lvl="1" marL="914400" marR="0" rtl="0" algn="l">
              <a:lnSpc>
                <a:spcPct val="140001"/>
              </a:lnSpc>
              <a:spcBef>
                <a:spcPts val="0"/>
              </a:spcBef>
              <a:spcAft>
                <a:spcPts val="0"/>
              </a:spcAft>
              <a:buClr>
                <a:srgbClr val="35363B"/>
              </a:buClr>
              <a:buSzPts val="900"/>
              <a:buFont typeface="Lato"/>
              <a:buChar char="○"/>
            </a:pPr>
            <a:r>
              <a:rPr lang="en-US" sz="900">
                <a:solidFill>
                  <a:srgbClr val="35363B"/>
                </a:solidFill>
                <a:latin typeface="Lato"/>
                <a:ea typeface="Lato"/>
                <a:cs typeface="Lato"/>
                <a:sym typeface="Lato"/>
              </a:rPr>
              <a:t>A table that keeps records of different currencies and their exchange rates as compared to USD.</a:t>
            </a:r>
            <a:endParaRPr sz="900">
              <a:solidFill>
                <a:srgbClr val="35363B"/>
              </a:solidFill>
              <a:latin typeface="Lato"/>
              <a:ea typeface="Lato"/>
              <a:cs typeface="Lato"/>
              <a:sym typeface="Lato"/>
            </a:endParaRPr>
          </a:p>
          <a:p>
            <a:pPr indent="-285750" lvl="1" marL="914400" marR="0" rtl="0" algn="l">
              <a:lnSpc>
                <a:spcPct val="140001"/>
              </a:lnSpc>
              <a:spcBef>
                <a:spcPts val="0"/>
              </a:spcBef>
              <a:spcAft>
                <a:spcPts val="0"/>
              </a:spcAft>
              <a:buClr>
                <a:srgbClr val="35363B"/>
              </a:buClr>
              <a:buSzPts val="900"/>
              <a:buFont typeface="Lato"/>
              <a:buChar char="○"/>
            </a:pPr>
            <a:r>
              <a:rPr lang="en-US" sz="900">
                <a:solidFill>
                  <a:srgbClr val="35363B"/>
                </a:solidFill>
                <a:latin typeface="Lato"/>
                <a:ea typeface="Lato"/>
                <a:cs typeface="Lato"/>
                <a:sym typeface="Lato"/>
              </a:rPr>
              <a:t>The purpose of this table might be for tracking transactions in different currencies on different dates. E.g: calculating how much 1 product was sold for on 2/4/2016 in Canadian Dollars.</a:t>
            </a:r>
            <a:endParaRPr sz="900">
              <a:solidFill>
                <a:srgbClr val="35363B"/>
              </a:solidFill>
              <a:latin typeface="Lato"/>
              <a:ea typeface="Lato"/>
              <a:cs typeface="Lato"/>
              <a:sym typeface="Lato"/>
            </a:endParaRPr>
          </a:p>
          <a:p>
            <a:pPr indent="-285750" lvl="0" marL="457200" marR="0" rtl="0" algn="l">
              <a:lnSpc>
                <a:spcPct val="140001"/>
              </a:lnSpc>
              <a:spcBef>
                <a:spcPts val="0"/>
              </a:spcBef>
              <a:spcAft>
                <a:spcPts val="0"/>
              </a:spcAft>
              <a:buClr>
                <a:srgbClr val="35363B"/>
              </a:buClr>
              <a:buSzPts val="900"/>
              <a:buFont typeface="Lato"/>
              <a:buChar char="●"/>
            </a:pPr>
            <a:r>
              <a:rPr b="1" lang="en-US" sz="900" u="sng">
                <a:solidFill>
                  <a:srgbClr val="35363B"/>
                </a:solidFill>
                <a:latin typeface="Lato"/>
                <a:ea typeface="Lato"/>
                <a:cs typeface="Lato"/>
                <a:sym typeface="Lato"/>
              </a:rPr>
              <a:t>Products.csv</a:t>
            </a:r>
            <a:endParaRPr b="1" sz="900" u="sng">
              <a:solidFill>
                <a:srgbClr val="35363B"/>
              </a:solidFill>
              <a:latin typeface="Lato"/>
              <a:ea typeface="Lato"/>
              <a:cs typeface="Lato"/>
              <a:sym typeface="Lato"/>
            </a:endParaRPr>
          </a:p>
          <a:p>
            <a:pPr indent="-285750" lvl="1" marL="914400" marR="0" rtl="0" algn="l">
              <a:lnSpc>
                <a:spcPct val="140001"/>
              </a:lnSpc>
              <a:spcBef>
                <a:spcPts val="0"/>
              </a:spcBef>
              <a:spcAft>
                <a:spcPts val="0"/>
              </a:spcAft>
              <a:buClr>
                <a:srgbClr val="35363B"/>
              </a:buClr>
              <a:buSzPts val="900"/>
              <a:buFont typeface="Lato"/>
              <a:buChar char="○"/>
            </a:pPr>
            <a:r>
              <a:rPr lang="en-US" sz="900">
                <a:solidFill>
                  <a:srgbClr val="35363B"/>
                </a:solidFill>
                <a:latin typeface="Lato"/>
                <a:ea typeface="Lato"/>
                <a:cs typeface="Lato"/>
                <a:sym typeface="Lato"/>
              </a:rPr>
              <a:t> A table that keeps records of different products offered for sale by the retailer.</a:t>
            </a:r>
            <a:endParaRPr sz="900">
              <a:solidFill>
                <a:srgbClr val="35363B"/>
              </a:solidFill>
              <a:latin typeface="Lato"/>
              <a:ea typeface="Lato"/>
              <a:cs typeface="Lato"/>
              <a:sym typeface="Lato"/>
            </a:endParaRPr>
          </a:p>
          <a:p>
            <a:pPr indent="-285750" lvl="1" marL="914400" marR="0" rtl="0" algn="l">
              <a:lnSpc>
                <a:spcPct val="140001"/>
              </a:lnSpc>
              <a:spcBef>
                <a:spcPts val="0"/>
              </a:spcBef>
              <a:spcAft>
                <a:spcPts val="0"/>
              </a:spcAft>
              <a:buClr>
                <a:srgbClr val="35363B"/>
              </a:buClr>
              <a:buSzPts val="900"/>
              <a:buFont typeface="Lato"/>
              <a:buChar char="○"/>
            </a:pPr>
            <a:r>
              <a:rPr lang="en-US" sz="900">
                <a:solidFill>
                  <a:srgbClr val="35363B"/>
                </a:solidFill>
                <a:latin typeface="Lato"/>
                <a:ea typeface="Lato"/>
                <a:cs typeface="Lato"/>
                <a:sym typeface="Lato"/>
              </a:rPr>
              <a:t>It is very detailed, having attributes for unit cost, unit price, category, sub-category, etc.</a:t>
            </a:r>
            <a:endParaRPr sz="900">
              <a:solidFill>
                <a:srgbClr val="35363B"/>
              </a:solidFill>
              <a:latin typeface="Lato"/>
              <a:ea typeface="Lato"/>
              <a:cs typeface="Lato"/>
              <a:sym typeface="Lato"/>
            </a:endParaRPr>
          </a:p>
          <a:p>
            <a:pPr indent="-285750" lvl="1" marL="914400" marR="0" rtl="0" algn="l">
              <a:lnSpc>
                <a:spcPct val="140001"/>
              </a:lnSpc>
              <a:spcBef>
                <a:spcPts val="0"/>
              </a:spcBef>
              <a:spcAft>
                <a:spcPts val="0"/>
              </a:spcAft>
              <a:buClr>
                <a:srgbClr val="35363B"/>
              </a:buClr>
              <a:buSzPts val="900"/>
              <a:buFont typeface="Lato"/>
              <a:buChar char="○"/>
            </a:pPr>
            <a:r>
              <a:rPr lang="en-US" sz="900">
                <a:solidFill>
                  <a:srgbClr val="35363B"/>
                </a:solidFill>
                <a:latin typeface="Lato"/>
                <a:ea typeface="Lato"/>
                <a:cs typeface="Lato"/>
                <a:sym typeface="Lato"/>
              </a:rPr>
              <a:t>It contains 2,517 rows and 10 attributes.</a:t>
            </a:r>
            <a:endParaRPr sz="900">
              <a:solidFill>
                <a:srgbClr val="35363B"/>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9"/>
          <p:cNvSpPr/>
          <p:nvPr/>
        </p:nvSpPr>
        <p:spPr>
          <a:xfrm>
            <a:off x="255830" y="200530"/>
            <a:ext cx="8191200" cy="361500"/>
          </a:xfrm>
          <a:prstGeom prst="rect">
            <a:avLst/>
          </a:prstGeom>
          <a:noFill/>
          <a:ln>
            <a:noFill/>
          </a:ln>
        </p:spPr>
        <p:txBody>
          <a:bodyPr anchorCtr="0" anchor="t" bIns="45700" lIns="91425" spcFirstLastPara="1" rIns="91425" wrap="square" tIns="45700">
            <a:noAutofit/>
          </a:bodyPr>
          <a:lstStyle/>
          <a:p>
            <a:pPr indent="0" lvl="0" marL="0" rtl="0" algn="l">
              <a:lnSpc>
                <a:spcPct val="90001"/>
              </a:lnSpc>
              <a:spcBef>
                <a:spcPts val="0"/>
              </a:spcBef>
              <a:spcAft>
                <a:spcPts val="0"/>
              </a:spcAft>
              <a:buNone/>
            </a:pPr>
            <a:r>
              <a:rPr b="1" lang="en-US" sz="2210" u="sng">
                <a:solidFill>
                  <a:schemeClr val="dk1"/>
                </a:solidFill>
                <a:latin typeface="Epilogue"/>
                <a:ea typeface="Epilogue"/>
                <a:cs typeface="Epilogue"/>
                <a:sym typeface="Epilogue"/>
              </a:rPr>
              <a:t>Introduction: </a:t>
            </a:r>
            <a:r>
              <a:rPr b="1" lang="en-US" sz="2210" u="sng">
                <a:solidFill>
                  <a:schemeClr val="dk1"/>
                </a:solidFill>
                <a:latin typeface="Epilogue"/>
                <a:ea typeface="Epilogue"/>
                <a:cs typeface="Epilogue"/>
                <a:sym typeface="Epilogue"/>
              </a:rPr>
              <a:t>Data_Dictionary.csv</a:t>
            </a:r>
            <a:endParaRPr b="1" sz="2210" u="sng">
              <a:latin typeface="Noto Sans Symbols"/>
              <a:ea typeface="Noto Sans Symbols"/>
              <a:cs typeface="Noto Sans Symbols"/>
              <a:sym typeface="Noto Sans Symbols"/>
            </a:endParaRPr>
          </a:p>
          <a:p>
            <a:pPr indent="0" lvl="0" marL="0" marR="0" rtl="0" algn="l">
              <a:lnSpc>
                <a:spcPct val="80001"/>
              </a:lnSpc>
              <a:spcBef>
                <a:spcPts val="0"/>
              </a:spcBef>
              <a:spcAft>
                <a:spcPts val="0"/>
              </a:spcAft>
              <a:buNone/>
            </a:pPr>
            <a:r>
              <a:t/>
            </a:r>
            <a:endParaRPr b="1" sz="2040" u="sng">
              <a:solidFill>
                <a:srgbClr val="35363B"/>
              </a:solidFill>
              <a:latin typeface="Epilogue"/>
              <a:ea typeface="Epilogue"/>
              <a:cs typeface="Epilogue"/>
              <a:sym typeface="Epilogue"/>
            </a:endParaRPr>
          </a:p>
        </p:txBody>
      </p:sp>
      <p:pic>
        <p:nvPicPr>
          <p:cNvPr id="244" name="Google Shape;244;p9"/>
          <p:cNvPicPr preferRelativeResize="0"/>
          <p:nvPr/>
        </p:nvPicPr>
        <p:blipFill>
          <a:blip r:embed="rId3">
            <a:alphaModFix/>
          </a:blip>
          <a:stretch>
            <a:fillRect/>
          </a:stretch>
        </p:blipFill>
        <p:spPr>
          <a:xfrm>
            <a:off x="152400" y="1036655"/>
            <a:ext cx="8839199" cy="3070198"/>
          </a:xfrm>
          <a:prstGeom prst="rect">
            <a:avLst/>
          </a:prstGeom>
          <a:noFill/>
          <a:ln>
            <a:noFill/>
          </a:ln>
        </p:spPr>
      </p:pic>
      <p:sp>
        <p:nvSpPr>
          <p:cNvPr id="245" name="Google Shape;245;p9"/>
          <p:cNvSpPr txBox="1"/>
          <p:nvPr/>
        </p:nvSpPr>
        <p:spPr>
          <a:xfrm>
            <a:off x="370975" y="653950"/>
            <a:ext cx="8287500" cy="6603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Epilogue"/>
              <a:buChar char="●"/>
            </a:pPr>
            <a:r>
              <a:rPr lang="en-US">
                <a:latin typeface="Epilogue"/>
                <a:ea typeface="Epilogue"/>
                <a:cs typeface="Epilogue"/>
                <a:sym typeface="Epilogue"/>
              </a:rPr>
              <a:t>Below is a small sample of the Data Dictionary table. </a:t>
            </a:r>
            <a:endParaRPr>
              <a:latin typeface="Epilogue"/>
              <a:ea typeface="Epilogue"/>
              <a:cs typeface="Epilogue"/>
              <a:sym typeface="Epilogue"/>
            </a:endParaRPr>
          </a:p>
        </p:txBody>
      </p:sp>
      <p:sp>
        <p:nvSpPr>
          <p:cNvPr id="246" name="Google Shape;246;p9"/>
          <p:cNvSpPr txBox="1"/>
          <p:nvPr/>
        </p:nvSpPr>
        <p:spPr>
          <a:xfrm>
            <a:off x="152400" y="4041325"/>
            <a:ext cx="8932800" cy="36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US" sz="800">
                <a:solidFill>
                  <a:schemeClr val="accent3"/>
                </a:solidFill>
              </a:rPr>
              <a:t>fig. 1: Screenshot of the first few rows of the Data_Dictionar.csv file to show how attributes of other tables are recorded.</a:t>
            </a:r>
            <a:endParaRPr i="1" sz="800">
              <a:solidFill>
                <a:schemeClr val="accent3"/>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0"/>
          <p:cNvSpPr/>
          <p:nvPr/>
        </p:nvSpPr>
        <p:spPr>
          <a:xfrm>
            <a:off x="255830" y="200530"/>
            <a:ext cx="8191200" cy="36150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b="1" lang="en-US" sz="2040" u="sng">
                <a:solidFill>
                  <a:srgbClr val="35363B"/>
                </a:solidFill>
                <a:latin typeface="Epilogue"/>
                <a:ea typeface="Epilogue"/>
                <a:cs typeface="Epilogue"/>
                <a:sym typeface="Epilogue"/>
              </a:rPr>
              <a:t>Data Analysis: Top 10 products analysis</a:t>
            </a:r>
            <a:endParaRPr b="1" sz="2040" u="sng">
              <a:solidFill>
                <a:srgbClr val="35363B"/>
              </a:solidFill>
              <a:latin typeface="Epilogue"/>
              <a:ea typeface="Epilogue"/>
              <a:cs typeface="Epilogue"/>
              <a:sym typeface="Epilogue"/>
            </a:endParaRPr>
          </a:p>
        </p:txBody>
      </p:sp>
      <p:sp>
        <p:nvSpPr>
          <p:cNvPr id="252" name="Google Shape;252;p10"/>
          <p:cNvSpPr/>
          <p:nvPr/>
        </p:nvSpPr>
        <p:spPr>
          <a:xfrm>
            <a:off x="255825" y="749050"/>
            <a:ext cx="3966000" cy="4027200"/>
          </a:xfrm>
          <a:prstGeom prst="rect">
            <a:avLst/>
          </a:prstGeom>
          <a:noFill/>
          <a:ln>
            <a:noFill/>
          </a:ln>
        </p:spPr>
        <p:txBody>
          <a:bodyPr anchorCtr="0" anchor="t" bIns="45700" lIns="91425" spcFirstLastPara="1" rIns="91425" wrap="square" tIns="45700">
            <a:noAutofit/>
          </a:bodyPr>
          <a:lstStyle/>
          <a:p>
            <a:pPr indent="-311150" lvl="0" marL="457200" marR="0" rtl="0" algn="l">
              <a:lnSpc>
                <a:spcPct val="140001"/>
              </a:lnSpc>
              <a:spcBef>
                <a:spcPts val="1000"/>
              </a:spcBef>
              <a:spcAft>
                <a:spcPts val="0"/>
              </a:spcAft>
              <a:buClr>
                <a:srgbClr val="35363B"/>
              </a:buClr>
              <a:buSzPts val="1300"/>
              <a:buFont typeface="Epilogue"/>
              <a:buChar char="●"/>
            </a:pPr>
            <a:r>
              <a:rPr lang="en-US" sz="1300">
                <a:solidFill>
                  <a:srgbClr val="35363B"/>
                </a:solidFill>
                <a:latin typeface="Epilogue"/>
                <a:ea typeface="Epilogue"/>
                <a:cs typeface="Epilogue"/>
                <a:sym typeface="Epilogue"/>
              </a:rPr>
              <a:t>The global retailer specialises in electronics, and according to the Products table they offer over 2,500 products.</a:t>
            </a:r>
            <a:endParaRPr sz="1300">
              <a:solidFill>
                <a:srgbClr val="35363B"/>
              </a:solidFill>
              <a:latin typeface="Epilogue"/>
              <a:ea typeface="Epilogue"/>
              <a:cs typeface="Epilogue"/>
              <a:sym typeface="Epilogue"/>
            </a:endParaRPr>
          </a:p>
          <a:p>
            <a:pPr indent="-311150" lvl="0" marL="457200" marR="0" rtl="0" algn="l">
              <a:lnSpc>
                <a:spcPct val="140001"/>
              </a:lnSpc>
              <a:spcBef>
                <a:spcPts val="1000"/>
              </a:spcBef>
              <a:spcAft>
                <a:spcPts val="0"/>
              </a:spcAft>
              <a:buClr>
                <a:srgbClr val="35363B"/>
              </a:buClr>
              <a:buSzPts val="1300"/>
              <a:buFont typeface="Epilogue"/>
              <a:buChar char="●"/>
            </a:pPr>
            <a:r>
              <a:rPr lang="en-US" sz="1300">
                <a:solidFill>
                  <a:srgbClr val="35363B"/>
                </a:solidFill>
                <a:latin typeface="Epilogue"/>
                <a:ea typeface="Epilogue"/>
                <a:cs typeface="Epilogue"/>
                <a:sym typeface="Epilogue"/>
              </a:rPr>
              <a:t>The following barplot lists the top 10 products by quantity sold.</a:t>
            </a:r>
            <a:endParaRPr sz="1300">
              <a:solidFill>
                <a:srgbClr val="35363B"/>
              </a:solidFill>
              <a:latin typeface="Epilogue"/>
              <a:ea typeface="Epilogue"/>
              <a:cs typeface="Epilogue"/>
              <a:sym typeface="Epilogue"/>
            </a:endParaRPr>
          </a:p>
          <a:p>
            <a:pPr indent="-311150" lvl="0" marL="457200" marR="0" rtl="0" algn="l">
              <a:lnSpc>
                <a:spcPct val="140001"/>
              </a:lnSpc>
              <a:spcBef>
                <a:spcPts val="1000"/>
              </a:spcBef>
              <a:spcAft>
                <a:spcPts val="0"/>
              </a:spcAft>
              <a:buClr>
                <a:srgbClr val="35363B"/>
              </a:buClr>
              <a:buSzPts val="1300"/>
              <a:buFont typeface="Epilogue"/>
              <a:buChar char="●"/>
            </a:pPr>
            <a:r>
              <a:rPr lang="en-US" sz="1300">
                <a:solidFill>
                  <a:srgbClr val="35363B"/>
                </a:solidFill>
                <a:latin typeface="Epilogue"/>
                <a:ea typeface="Epilogue"/>
                <a:cs typeface="Epilogue"/>
                <a:sym typeface="Epilogue"/>
              </a:rPr>
              <a:t>As can be seen all 10 of their top products have achieved over 500 units sold and come from the computers category. Showing that computers is the best performing category of products sold by the Retailer.</a:t>
            </a:r>
            <a:endParaRPr sz="1300">
              <a:solidFill>
                <a:srgbClr val="35363B"/>
              </a:solidFill>
              <a:latin typeface="Epilogue"/>
              <a:ea typeface="Epilogue"/>
              <a:cs typeface="Epilogue"/>
              <a:sym typeface="Epilogue"/>
            </a:endParaRPr>
          </a:p>
        </p:txBody>
      </p:sp>
      <p:pic>
        <p:nvPicPr>
          <p:cNvPr id="253" name="Google Shape;253;p10" title="output.png"/>
          <p:cNvPicPr preferRelativeResize="0"/>
          <p:nvPr/>
        </p:nvPicPr>
        <p:blipFill>
          <a:blip r:embed="rId3">
            <a:alphaModFix/>
          </a:blip>
          <a:stretch>
            <a:fillRect/>
          </a:stretch>
        </p:blipFill>
        <p:spPr>
          <a:xfrm>
            <a:off x="4368625" y="1148950"/>
            <a:ext cx="4584850" cy="2972525"/>
          </a:xfrm>
          <a:prstGeom prst="rect">
            <a:avLst/>
          </a:prstGeom>
          <a:noFill/>
          <a:ln>
            <a:noFill/>
          </a:ln>
        </p:spPr>
      </p:pic>
      <p:sp>
        <p:nvSpPr>
          <p:cNvPr id="254" name="Google Shape;254;p10"/>
          <p:cNvSpPr txBox="1"/>
          <p:nvPr/>
        </p:nvSpPr>
        <p:spPr>
          <a:xfrm>
            <a:off x="4368625" y="4121475"/>
            <a:ext cx="4549500" cy="36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US" sz="800">
                <a:solidFill>
                  <a:schemeClr val="accent3"/>
                </a:solidFill>
              </a:rPr>
              <a:t>fig. 2: Visualization output of cell 50 of the Jupytr Notebookn showing a barplot of the Top 10 products by quantity sold.</a:t>
            </a:r>
            <a:endParaRPr i="1" sz="800">
              <a:solidFill>
                <a:schemeClr val="accent3"/>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1"/>
          <p:cNvSpPr/>
          <p:nvPr/>
        </p:nvSpPr>
        <p:spPr>
          <a:xfrm>
            <a:off x="255830" y="200530"/>
            <a:ext cx="8191200" cy="36150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b="1" lang="en-US" sz="2040" u="sng">
                <a:solidFill>
                  <a:srgbClr val="35363B"/>
                </a:solidFill>
                <a:latin typeface="Epilogue"/>
                <a:ea typeface="Epilogue"/>
                <a:cs typeface="Epilogue"/>
                <a:sym typeface="Epilogue"/>
              </a:rPr>
              <a:t>Data Analysis: Total Profits, Revenue and Cost</a:t>
            </a:r>
            <a:endParaRPr b="1" sz="2040" u="sng">
              <a:solidFill>
                <a:srgbClr val="35363B"/>
              </a:solidFill>
              <a:latin typeface="Epilogue"/>
              <a:ea typeface="Epilogue"/>
              <a:cs typeface="Epilogue"/>
              <a:sym typeface="Epilogue"/>
            </a:endParaRPr>
          </a:p>
        </p:txBody>
      </p:sp>
      <p:sp>
        <p:nvSpPr>
          <p:cNvPr id="260" name="Google Shape;260;p11"/>
          <p:cNvSpPr/>
          <p:nvPr/>
        </p:nvSpPr>
        <p:spPr>
          <a:xfrm>
            <a:off x="255825" y="558150"/>
            <a:ext cx="4119600" cy="40272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40001"/>
              </a:lnSpc>
              <a:spcBef>
                <a:spcPts val="1000"/>
              </a:spcBef>
              <a:spcAft>
                <a:spcPts val="0"/>
              </a:spcAft>
              <a:buClr>
                <a:srgbClr val="35363B"/>
              </a:buClr>
              <a:buSzPts val="1100"/>
              <a:buFont typeface="Epilogue"/>
              <a:buChar char="●"/>
            </a:pPr>
            <a:r>
              <a:rPr lang="en-US" sz="1100">
                <a:solidFill>
                  <a:srgbClr val="35363B"/>
                </a:solidFill>
                <a:latin typeface="Epilogue"/>
                <a:ea typeface="Epilogue"/>
                <a:cs typeface="Epilogue"/>
                <a:sym typeface="Epilogue"/>
              </a:rPr>
              <a:t>Upon further analysis of the </a:t>
            </a:r>
            <a:r>
              <a:rPr lang="en-US" sz="1100">
                <a:solidFill>
                  <a:srgbClr val="35363B"/>
                </a:solidFill>
                <a:latin typeface="Epilogue"/>
                <a:ea typeface="Epilogue"/>
                <a:cs typeface="Epilogue"/>
                <a:sym typeface="Epilogue"/>
              </a:rPr>
              <a:t>retailer</a:t>
            </a:r>
            <a:r>
              <a:rPr lang="en-US" sz="1100">
                <a:solidFill>
                  <a:srgbClr val="35363B"/>
                </a:solidFill>
                <a:latin typeface="Epilogue"/>
                <a:ea typeface="Epilogue"/>
                <a:cs typeface="Epilogue"/>
                <a:sym typeface="Epilogue"/>
              </a:rPr>
              <a:t>’s sales we are able to obtain their Total Revenue, cost and gross profits.</a:t>
            </a:r>
            <a:endParaRPr sz="1100">
              <a:solidFill>
                <a:srgbClr val="35363B"/>
              </a:solidFill>
              <a:latin typeface="Epilogue"/>
              <a:ea typeface="Epilogue"/>
              <a:cs typeface="Epilogue"/>
              <a:sym typeface="Epilogue"/>
            </a:endParaRPr>
          </a:p>
          <a:p>
            <a:pPr indent="-298450" lvl="0" marL="457200" marR="0" rtl="0" algn="l">
              <a:lnSpc>
                <a:spcPct val="140001"/>
              </a:lnSpc>
              <a:spcBef>
                <a:spcPts val="1000"/>
              </a:spcBef>
              <a:spcAft>
                <a:spcPts val="0"/>
              </a:spcAft>
              <a:buClr>
                <a:srgbClr val="35363B"/>
              </a:buClr>
              <a:buSzPts val="1100"/>
              <a:buFont typeface="Epilogue"/>
              <a:buChar char="●"/>
            </a:pPr>
            <a:r>
              <a:rPr lang="en-US" sz="1100">
                <a:solidFill>
                  <a:srgbClr val="35363B"/>
                </a:solidFill>
                <a:latin typeface="Epilogue"/>
                <a:ea typeface="Epilogue"/>
                <a:cs typeface="Epilogue"/>
                <a:sym typeface="Epilogue"/>
              </a:rPr>
              <a:t>The bar-plot shows the totals in comparison to each other and we are able to infer that the retailer generated:</a:t>
            </a:r>
            <a:endParaRPr sz="1100">
              <a:solidFill>
                <a:srgbClr val="35363B"/>
              </a:solidFill>
              <a:latin typeface="Epilogue"/>
              <a:ea typeface="Epilogue"/>
              <a:cs typeface="Epilogue"/>
              <a:sym typeface="Epilogue"/>
            </a:endParaRPr>
          </a:p>
          <a:p>
            <a:pPr indent="-298450" lvl="1" marL="1371600" marR="0" rtl="0" algn="l">
              <a:lnSpc>
                <a:spcPct val="140001"/>
              </a:lnSpc>
              <a:spcBef>
                <a:spcPts val="1000"/>
              </a:spcBef>
              <a:spcAft>
                <a:spcPts val="0"/>
              </a:spcAft>
              <a:buClr>
                <a:srgbClr val="35363B"/>
              </a:buClr>
              <a:buSzPts val="1100"/>
              <a:buFont typeface="Epilogue"/>
              <a:buChar char="○"/>
            </a:pPr>
            <a:r>
              <a:rPr lang="en-US" sz="1100">
                <a:solidFill>
                  <a:srgbClr val="35363B"/>
                </a:solidFill>
                <a:latin typeface="Epilogue"/>
                <a:ea typeface="Epilogue"/>
                <a:cs typeface="Epilogue"/>
                <a:sym typeface="Epilogue"/>
              </a:rPr>
              <a:t>Total revenue of $55,755,479.59</a:t>
            </a:r>
            <a:endParaRPr sz="1100">
              <a:solidFill>
                <a:srgbClr val="35363B"/>
              </a:solidFill>
              <a:latin typeface="Epilogue"/>
              <a:ea typeface="Epilogue"/>
              <a:cs typeface="Epilogue"/>
              <a:sym typeface="Epilogue"/>
            </a:endParaRPr>
          </a:p>
          <a:p>
            <a:pPr indent="-298450" lvl="1" marL="1371600" marR="0" rtl="0" algn="l">
              <a:lnSpc>
                <a:spcPct val="140001"/>
              </a:lnSpc>
              <a:spcBef>
                <a:spcPts val="1000"/>
              </a:spcBef>
              <a:spcAft>
                <a:spcPts val="0"/>
              </a:spcAft>
              <a:buClr>
                <a:srgbClr val="35363B"/>
              </a:buClr>
              <a:buSzPts val="1100"/>
              <a:buFont typeface="Epilogue"/>
              <a:buChar char="○"/>
            </a:pPr>
            <a:r>
              <a:rPr lang="en-US" sz="1100">
                <a:solidFill>
                  <a:srgbClr val="35363B"/>
                </a:solidFill>
                <a:latin typeface="Epilogue"/>
                <a:ea typeface="Epilogue"/>
                <a:cs typeface="Epilogue"/>
                <a:sym typeface="Epilogue"/>
              </a:rPr>
              <a:t>Total Costs of $23,092,791.21</a:t>
            </a:r>
            <a:endParaRPr sz="1100">
              <a:solidFill>
                <a:srgbClr val="35363B"/>
              </a:solidFill>
              <a:latin typeface="Epilogue"/>
              <a:ea typeface="Epilogue"/>
              <a:cs typeface="Epilogue"/>
              <a:sym typeface="Epilogue"/>
            </a:endParaRPr>
          </a:p>
          <a:p>
            <a:pPr indent="-298450" lvl="1" marL="1371600" marR="0" rtl="0" algn="l">
              <a:lnSpc>
                <a:spcPct val="140001"/>
              </a:lnSpc>
              <a:spcBef>
                <a:spcPts val="1000"/>
              </a:spcBef>
              <a:spcAft>
                <a:spcPts val="0"/>
              </a:spcAft>
              <a:buClr>
                <a:srgbClr val="35363B"/>
              </a:buClr>
              <a:buSzPts val="1100"/>
              <a:buFont typeface="Epilogue"/>
              <a:buChar char="○"/>
            </a:pPr>
            <a:r>
              <a:rPr lang="en-US" sz="1100">
                <a:solidFill>
                  <a:srgbClr val="35363B"/>
                </a:solidFill>
                <a:latin typeface="Epilogue"/>
                <a:ea typeface="Epilogue"/>
                <a:cs typeface="Epilogue"/>
                <a:sym typeface="Epilogue"/>
              </a:rPr>
              <a:t>And Total Profits of $32,662,688.38</a:t>
            </a:r>
            <a:endParaRPr sz="1100">
              <a:solidFill>
                <a:srgbClr val="35363B"/>
              </a:solidFill>
              <a:latin typeface="Epilogue"/>
              <a:ea typeface="Epilogue"/>
              <a:cs typeface="Epilogue"/>
              <a:sym typeface="Epilogue"/>
            </a:endParaRPr>
          </a:p>
          <a:p>
            <a:pPr indent="-298450" lvl="0" marL="457200" marR="0" rtl="0" algn="l">
              <a:lnSpc>
                <a:spcPct val="140001"/>
              </a:lnSpc>
              <a:spcBef>
                <a:spcPts val="1000"/>
              </a:spcBef>
              <a:spcAft>
                <a:spcPts val="0"/>
              </a:spcAft>
              <a:buClr>
                <a:srgbClr val="35363B"/>
              </a:buClr>
              <a:buSzPts val="1100"/>
              <a:buFont typeface="Epilogue"/>
              <a:buChar char="●"/>
            </a:pPr>
            <a:r>
              <a:rPr lang="en-US" sz="1100">
                <a:solidFill>
                  <a:srgbClr val="35363B"/>
                </a:solidFill>
                <a:latin typeface="Epilogue"/>
                <a:ea typeface="Epilogue"/>
                <a:cs typeface="Epilogue"/>
                <a:sym typeface="Epilogue"/>
              </a:rPr>
              <a:t>From these totals we are able to obtain a gross profit margin using the formula (Total Profit/Total Revenue)x100%.</a:t>
            </a:r>
            <a:endParaRPr sz="1100">
              <a:solidFill>
                <a:srgbClr val="35363B"/>
              </a:solidFill>
              <a:latin typeface="Epilogue"/>
              <a:ea typeface="Epilogue"/>
              <a:cs typeface="Epilogue"/>
              <a:sym typeface="Epilogue"/>
            </a:endParaRPr>
          </a:p>
          <a:p>
            <a:pPr indent="-311150" lvl="0" marL="457200" marR="0" rtl="0" algn="l">
              <a:lnSpc>
                <a:spcPct val="140001"/>
              </a:lnSpc>
              <a:spcBef>
                <a:spcPts val="1000"/>
              </a:spcBef>
              <a:spcAft>
                <a:spcPts val="0"/>
              </a:spcAft>
              <a:buClr>
                <a:srgbClr val="35363B"/>
              </a:buClr>
              <a:buSzPts val="1300"/>
              <a:buFont typeface="Epilogue"/>
              <a:buChar char="●"/>
            </a:pPr>
            <a:r>
              <a:rPr lang="en-US" sz="1100">
                <a:solidFill>
                  <a:srgbClr val="35363B"/>
                </a:solidFill>
                <a:latin typeface="Epilogue"/>
                <a:ea typeface="Epilogue"/>
                <a:cs typeface="Epilogue"/>
                <a:sym typeface="Epilogue"/>
              </a:rPr>
              <a:t>What we obtain is a gross profit margin of 58.58% which shows that the retailer is extremely profitable as a business</a:t>
            </a:r>
            <a:r>
              <a:rPr lang="en-US" sz="1300">
                <a:solidFill>
                  <a:srgbClr val="35363B"/>
                </a:solidFill>
                <a:latin typeface="Epilogue"/>
                <a:ea typeface="Epilogue"/>
                <a:cs typeface="Epilogue"/>
                <a:sym typeface="Epilogue"/>
              </a:rPr>
              <a:t>.</a:t>
            </a:r>
            <a:endParaRPr sz="1300">
              <a:solidFill>
                <a:srgbClr val="35363B"/>
              </a:solidFill>
              <a:latin typeface="Epilogue"/>
              <a:ea typeface="Epilogue"/>
              <a:cs typeface="Epilogue"/>
              <a:sym typeface="Epilogue"/>
            </a:endParaRPr>
          </a:p>
          <a:p>
            <a:pPr indent="0" lvl="0" marL="914400" marR="0" rtl="0" algn="l">
              <a:lnSpc>
                <a:spcPct val="140001"/>
              </a:lnSpc>
              <a:spcBef>
                <a:spcPts val="1000"/>
              </a:spcBef>
              <a:spcAft>
                <a:spcPts val="0"/>
              </a:spcAft>
              <a:buNone/>
            </a:pPr>
            <a:r>
              <a:t/>
            </a:r>
            <a:endParaRPr sz="1300">
              <a:solidFill>
                <a:srgbClr val="35363B"/>
              </a:solidFill>
              <a:latin typeface="Epilogue"/>
              <a:ea typeface="Epilogue"/>
              <a:cs typeface="Epilogue"/>
              <a:sym typeface="Epilogue"/>
            </a:endParaRPr>
          </a:p>
        </p:txBody>
      </p:sp>
      <p:pic>
        <p:nvPicPr>
          <p:cNvPr id="261" name="Google Shape;261;p11" title="ProfitRevenueCost.png"/>
          <p:cNvPicPr preferRelativeResize="0"/>
          <p:nvPr/>
        </p:nvPicPr>
        <p:blipFill>
          <a:blip r:embed="rId3">
            <a:alphaModFix/>
          </a:blip>
          <a:stretch>
            <a:fillRect/>
          </a:stretch>
        </p:blipFill>
        <p:spPr>
          <a:xfrm>
            <a:off x="4467725" y="1322317"/>
            <a:ext cx="4617374" cy="2880659"/>
          </a:xfrm>
          <a:prstGeom prst="rect">
            <a:avLst/>
          </a:prstGeom>
          <a:noFill/>
          <a:ln>
            <a:noFill/>
          </a:ln>
        </p:spPr>
      </p:pic>
      <p:sp>
        <p:nvSpPr>
          <p:cNvPr id="262" name="Google Shape;262;p11"/>
          <p:cNvSpPr txBox="1"/>
          <p:nvPr/>
        </p:nvSpPr>
        <p:spPr>
          <a:xfrm>
            <a:off x="4535600" y="4168250"/>
            <a:ext cx="4549500" cy="36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US" sz="800">
                <a:solidFill>
                  <a:schemeClr val="accent3"/>
                </a:solidFill>
              </a:rPr>
              <a:t>fig. 3: Visualization output of cell 54 of the Jupytr Notebookn showing a barplot of the Total Profit, Revenue, and Cost </a:t>
            </a:r>
            <a:r>
              <a:rPr i="1" lang="en-US" sz="800">
                <a:solidFill>
                  <a:schemeClr val="accent3"/>
                </a:solidFill>
              </a:rPr>
              <a:t>metrics</a:t>
            </a:r>
            <a:r>
              <a:rPr i="1" lang="en-US" sz="800">
                <a:solidFill>
                  <a:schemeClr val="accent3"/>
                </a:solidFill>
              </a:rPr>
              <a:t>.</a:t>
            </a:r>
            <a:endParaRPr i="1" sz="800">
              <a:solidFill>
                <a:schemeClr val="accent3"/>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2"/>
          <p:cNvSpPr/>
          <p:nvPr/>
        </p:nvSpPr>
        <p:spPr>
          <a:xfrm>
            <a:off x="255830" y="200530"/>
            <a:ext cx="8191200" cy="36150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b="1" lang="en-US" sz="2040" u="sng">
                <a:solidFill>
                  <a:srgbClr val="35363B"/>
                </a:solidFill>
                <a:latin typeface="Epilogue"/>
                <a:ea typeface="Epilogue"/>
                <a:cs typeface="Epilogue"/>
                <a:sym typeface="Epilogue"/>
              </a:rPr>
              <a:t>Data Analysis: Analysis of Deliveries</a:t>
            </a:r>
            <a:endParaRPr b="1" sz="2040" u="sng">
              <a:solidFill>
                <a:srgbClr val="35363B"/>
              </a:solidFill>
              <a:latin typeface="Epilogue"/>
              <a:ea typeface="Epilogue"/>
              <a:cs typeface="Epilogue"/>
              <a:sym typeface="Epilogue"/>
            </a:endParaRPr>
          </a:p>
        </p:txBody>
      </p:sp>
      <p:sp>
        <p:nvSpPr>
          <p:cNvPr id="268" name="Google Shape;268;p12"/>
          <p:cNvSpPr/>
          <p:nvPr/>
        </p:nvSpPr>
        <p:spPr>
          <a:xfrm>
            <a:off x="5406025" y="811800"/>
            <a:ext cx="3625200" cy="3519900"/>
          </a:xfrm>
          <a:prstGeom prst="rect">
            <a:avLst/>
          </a:prstGeom>
          <a:noFill/>
          <a:ln>
            <a:noFill/>
          </a:ln>
        </p:spPr>
        <p:txBody>
          <a:bodyPr anchorCtr="0" anchor="t" bIns="45700" lIns="91425" spcFirstLastPara="1" rIns="91425" wrap="square" tIns="45700">
            <a:noAutofit/>
          </a:bodyPr>
          <a:lstStyle/>
          <a:p>
            <a:pPr indent="-304800" lvl="0" marL="457200" marR="0" rtl="0" algn="l">
              <a:lnSpc>
                <a:spcPct val="140001"/>
              </a:lnSpc>
              <a:spcBef>
                <a:spcPts val="1000"/>
              </a:spcBef>
              <a:spcAft>
                <a:spcPts val="0"/>
              </a:spcAft>
              <a:buClr>
                <a:srgbClr val="35363B"/>
              </a:buClr>
              <a:buSzPts val="1200"/>
              <a:buFont typeface="Epilogue"/>
              <a:buChar char="●"/>
            </a:pPr>
            <a:r>
              <a:rPr lang="en-US" sz="1200">
                <a:solidFill>
                  <a:srgbClr val="35363B"/>
                </a:solidFill>
                <a:latin typeface="Epilogue"/>
                <a:ea typeface="Epilogue"/>
                <a:cs typeface="Epilogue"/>
                <a:sym typeface="Epilogue"/>
              </a:rPr>
              <a:t>From the figure we can note that in-store purchases make up 79.06% of all sales while the rest required deliveries to customers. </a:t>
            </a:r>
            <a:endParaRPr sz="1200">
              <a:solidFill>
                <a:srgbClr val="35363B"/>
              </a:solidFill>
              <a:latin typeface="Epilogue"/>
              <a:ea typeface="Epilogue"/>
              <a:cs typeface="Epilogue"/>
              <a:sym typeface="Epilogue"/>
            </a:endParaRPr>
          </a:p>
          <a:p>
            <a:pPr indent="-304800" lvl="0" marL="457200" marR="0" rtl="0" algn="l">
              <a:lnSpc>
                <a:spcPct val="140001"/>
              </a:lnSpc>
              <a:spcBef>
                <a:spcPts val="1000"/>
              </a:spcBef>
              <a:spcAft>
                <a:spcPts val="0"/>
              </a:spcAft>
              <a:buClr>
                <a:srgbClr val="35363B"/>
              </a:buClr>
              <a:buSzPts val="1200"/>
              <a:buFont typeface="Epilogue"/>
              <a:buChar char="●"/>
            </a:pPr>
            <a:r>
              <a:rPr lang="en-US" sz="1200">
                <a:solidFill>
                  <a:srgbClr val="35363B"/>
                </a:solidFill>
                <a:latin typeface="Epilogue"/>
                <a:ea typeface="Epilogue"/>
                <a:cs typeface="Epilogue"/>
                <a:sym typeface="Epilogue"/>
              </a:rPr>
              <a:t>This can show that the majority of customers purchase products of sufficient size to not require deliveries.</a:t>
            </a:r>
            <a:endParaRPr sz="1200">
              <a:solidFill>
                <a:srgbClr val="35363B"/>
              </a:solidFill>
              <a:latin typeface="Epilogue"/>
              <a:ea typeface="Epilogue"/>
              <a:cs typeface="Epilogue"/>
              <a:sym typeface="Epilogue"/>
            </a:endParaRPr>
          </a:p>
          <a:p>
            <a:pPr indent="-304800" lvl="0" marL="457200" marR="0" rtl="0" algn="l">
              <a:lnSpc>
                <a:spcPct val="140001"/>
              </a:lnSpc>
              <a:spcBef>
                <a:spcPts val="1000"/>
              </a:spcBef>
              <a:spcAft>
                <a:spcPts val="0"/>
              </a:spcAft>
              <a:buClr>
                <a:srgbClr val="35363B"/>
              </a:buClr>
              <a:buSzPts val="1200"/>
              <a:buFont typeface="Epilogue"/>
              <a:buChar char="●"/>
            </a:pPr>
            <a:r>
              <a:rPr lang="en-US" sz="1200">
                <a:solidFill>
                  <a:srgbClr val="35363B"/>
                </a:solidFill>
                <a:latin typeface="Epilogue"/>
                <a:ea typeface="Epilogue"/>
                <a:cs typeface="Epilogue"/>
                <a:sym typeface="Epilogue"/>
              </a:rPr>
              <a:t>It can also imply, however, that a minority of customers make order from different geographical locations to the store they </a:t>
            </a:r>
            <a:r>
              <a:rPr lang="en-US" sz="1200">
                <a:solidFill>
                  <a:srgbClr val="35363B"/>
                </a:solidFill>
                <a:latin typeface="Epilogue"/>
                <a:ea typeface="Epilogue"/>
                <a:cs typeface="Epilogue"/>
                <a:sym typeface="Epilogue"/>
              </a:rPr>
              <a:t>purchase the product from. </a:t>
            </a:r>
            <a:endParaRPr sz="1200">
              <a:solidFill>
                <a:srgbClr val="35363B"/>
              </a:solidFill>
              <a:latin typeface="Epilogue"/>
              <a:ea typeface="Epilogue"/>
              <a:cs typeface="Epilogue"/>
              <a:sym typeface="Epilogue"/>
            </a:endParaRPr>
          </a:p>
          <a:p>
            <a:pPr indent="-304800" lvl="0" marL="457200" marR="0" rtl="0" algn="l">
              <a:lnSpc>
                <a:spcPct val="140001"/>
              </a:lnSpc>
              <a:spcBef>
                <a:spcPts val="1000"/>
              </a:spcBef>
              <a:spcAft>
                <a:spcPts val="0"/>
              </a:spcAft>
              <a:buClr>
                <a:srgbClr val="35363B"/>
              </a:buClr>
              <a:buSzPts val="1200"/>
              <a:buFont typeface="Epilogue"/>
              <a:buChar char="●"/>
            </a:pPr>
            <a:r>
              <a:rPr lang="en-US" sz="1200">
                <a:solidFill>
                  <a:srgbClr val="35363B"/>
                </a:solidFill>
                <a:latin typeface="Epilogue"/>
                <a:ea typeface="Epilogue"/>
                <a:cs typeface="Epilogue"/>
                <a:sym typeface="Epilogue"/>
              </a:rPr>
              <a:t>Further analysis of distance between customers and stores might be able to make this more clear.</a:t>
            </a:r>
            <a:endParaRPr sz="1200">
              <a:solidFill>
                <a:srgbClr val="35363B"/>
              </a:solidFill>
              <a:latin typeface="Epilogue"/>
              <a:ea typeface="Epilogue"/>
              <a:cs typeface="Epilogue"/>
              <a:sym typeface="Epilogue"/>
            </a:endParaRPr>
          </a:p>
          <a:p>
            <a:pPr indent="0" lvl="0" marL="914400" marR="0" rtl="0" algn="l">
              <a:lnSpc>
                <a:spcPct val="140001"/>
              </a:lnSpc>
              <a:spcBef>
                <a:spcPts val="1000"/>
              </a:spcBef>
              <a:spcAft>
                <a:spcPts val="0"/>
              </a:spcAft>
              <a:buNone/>
            </a:pPr>
            <a:r>
              <a:t/>
            </a:r>
            <a:endParaRPr sz="1300">
              <a:solidFill>
                <a:srgbClr val="35363B"/>
              </a:solidFill>
              <a:latin typeface="Epilogue"/>
              <a:ea typeface="Epilogue"/>
              <a:cs typeface="Epilogue"/>
              <a:sym typeface="Epilogue"/>
            </a:endParaRPr>
          </a:p>
        </p:txBody>
      </p:sp>
      <p:pic>
        <p:nvPicPr>
          <p:cNvPr id="269" name="Google Shape;269;p12"/>
          <p:cNvPicPr preferRelativeResize="0"/>
          <p:nvPr/>
        </p:nvPicPr>
        <p:blipFill>
          <a:blip r:embed="rId3">
            <a:alphaModFix/>
          </a:blip>
          <a:stretch>
            <a:fillRect/>
          </a:stretch>
        </p:blipFill>
        <p:spPr>
          <a:xfrm>
            <a:off x="289760" y="2911648"/>
            <a:ext cx="4663975" cy="663975"/>
          </a:xfrm>
          <a:prstGeom prst="rect">
            <a:avLst/>
          </a:prstGeom>
          <a:noFill/>
          <a:ln>
            <a:noFill/>
          </a:ln>
        </p:spPr>
      </p:pic>
      <p:sp>
        <p:nvSpPr>
          <p:cNvPr id="270" name="Google Shape;270;p12"/>
          <p:cNvSpPr txBox="1"/>
          <p:nvPr/>
        </p:nvSpPr>
        <p:spPr>
          <a:xfrm>
            <a:off x="216450" y="764838"/>
            <a:ext cx="4228200" cy="1944000"/>
          </a:xfrm>
          <a:prstGeom prst="rect">
            <a:avLst/>
          </a:prstGeom>
          <a:noFill/>
          <a:ln>
            <a:noFill/>
          </a:ln>
        </p:spPr>
        <p:txBody>
          <a:bodyPr anchorCtr="0" anchor="t" bIns="91425" lIns="91425" spcFirstLastPara="1" rIns="91425" wrap="square" tIns="91425">
            <a:noAutofit/>
          </a:bodyPr>
          <a:lstStyle/>
          <a:p>
            <a:pPr indent="-298450" lvl="0" marL="457200" rtl="0" algn="l">
              <a:lnSpc>
                <a:spcPct val="140001"/>
              </a:lnSpc>
              <a:spcBef>
                <a:spcPts val="1000"/>
              </a:spcBef>
              <a:spcAft>
                <a:spcPts val="0"/>
              </a:spcAft>
              <a:buClr>
                <a:schemeClr val="dk1"/>
              </a:buClr>
              <a:buSzPts val="1100"/>
              <a:buFont typeface="Epilogue"/>
              <a:buChar char="●"/>
            </a:pPr>
            <a:r>
              <a:rPr lang="en-US" sz="1300">
                <a:solidFill>
                  <a:schemeClr val="dk1"/>
                </a:solidFill>
                <a:latin typeface="Epilogue"/>
                <a:ea typeface="Epilogue"/>
                <a:cs typeface="Epilogue"/>
                <a:sym typeface="Epilogue"/>
              </a:rPr>
              <a:t>I</a:t>
            </a:r>
            <a:r>
              <a:rPr lang="en-US" sz="1100">
                <a:solidFill>
                  <a:schemeClr val="dk1"/>
                </a:solidFill>
                <a:latin typeface="Epilogue"/>
                <a:ea typeface="Epilogue"/>
                <a:cs typeface="Epilogue"/>
                <a:sym typeface="Epilogue"/>
              </a:rPr>
              <a:t>n the sales table, there are attributes for both 'Order Date' and 'Delivery Date'.</a:t>
            </a:r>
            <a:endParaRPr sz="1100">
              <a:solidFill>
                <a:schemeClr val="dk1"/>
              </a:solidFill>
              <a:latin typeface="Epilogue"/>
              <a:ea typeface="Epilogue"/>
              <a:cs typeface="Epilogue"/>
              <a:sym typeface="Epilogue"/>
            </a:endParaRPr>
          </a:p>
          <a:p>
            <a:pPr indent="-285750" lvl="0" marL="457200" rtl="0" algn="l">
              <a:lnSpc>
                <a:spcPct val="140001"/>
              </a:lnSpc>
              <a:spcBef>
                <a:spcPts val="1000"/>
              </a:spcBef>
              <a:spcAft>
                <a:spcPts val="0"/>
              </a:spcAft>
              <a:buClr>
                <a:schemeClr val="dk1"/>
              </a:buClr>
              <a:buSzPts val="900"/>
              <a:buFont typeface="Epilogue"/>
              <a:buChar char="●"/>
            </a:pPr>
            <a:r>
              <a:rPr lang="en-US" sz="1100">
                <a:solidFill>
                  <a:schemeClr val="dk1"/>
                </a:solidFill>
                <a:latin typeface="Epilogue"/>
                <a:ea typeface="Epilogue"/>
                <a:cs typeface="Epilogue"/>
                <a:sym typeface="Epilogue"/>
              </a:rPr>
              <a:t>These attributes can help us analyse delivery times for each sale of a product.</a:t>
            </a:r>
            <a:endParaRPr sz="1100">
              <a:solidFill>
                <a:schemeClr val="dk1"/>
              </a:solidFill>
              <a:latin typeface="Epilogue"/>
              <a:ea typeface="Epilogue"/>
              <a:cs typeface="Epilogue"/>
              <a:sym typeface="Epilogue"/>
            </a:endParaRPr>
          </a:p>
          <a:p>
            <a:pPr indent="-298450" lvl="0" marL="457200" rtl="0" algn="l">
              <a:lnSpc>
                <a:spcPct val="140001"/>
              </a:lnSpc>
              <a:spcBef>
                <a:spcPts val="1000"/>
              </a:spcBef>
              <a:spcAft>
                <a:spcPts val="0"/>
              </a:spcAft>
              <a:buClr>
                <a:schemeClr val="dk1"/>
              </a:buClr>
              <a:buSzPts val="1100"/>
              <a:buFont typeface="Epilogue"/>
              <a:buChar char="●"/>
            </a:pPr>
            <a:r>
              <a:rPr lang="en-US" sz="1100">
                <a:solidFill>
                  <a:schemeClr val="dk1"/>
                </a:solidFill>
                <a:latin typeface="Epilogue"/>
                <a:ea typeface="Epilogue"/>
                <a:cs typeface="Epilogue"/>
                <a:sym typeface="Epilogue"/>
              </a:rPr>
              <a:t>The objective was to use deliveries to find out what percentage of sales required deliveries and make inferences from the result.</a:t>
            </a:r>
            <a:endParaRPr sz="1100">
              <a:solidFill>
                <a:schemeClr val="dk1"/>
              </a:solidFill>
              <a:latin typeface="Epilogue"/>
              <a:ea typeface="Epilogue"/>
              <a:cs typeface="Epilogue"/>
              <a:sym typeface="Epilogue"/>
            </a:endParaRPr>
          </a:p>
          <a:p>
            <a:pPr indent="0" lvl="0" marL="0" rtl="0" algn="l">
              <a:spcBef>
                <a:spcPts val="0"/>
              </a:spcBef>
              <a:spcAft>
                <a:spcPts val="0"/>
              </a:spcAft>
              <a:buNone/>
            </a:pPr>
            <a:r>
              <a:t/>
            </a:r>
            <a:endParaRPr sz="1200"/>
          </a:p>
        </p:txBody>
      </p:sp>
      <p:sp>
        <p:nvSpPr>
          <p:cNvPr id="271" name="Google Shape;271;p12"/>
          <p:cNvSpPr txBox="1"/>
          <p:nvPr/>
        </p:nvSpPr>
        <p:spPr>
          <a:xfrm>
            <a:off x="325050" y="3575625"/>
            <a:ext cx="4664100" cy="43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US" sz="800">
                <a:solidFill>
                  <a:schemeClr val="accent3"/>
                </a:solidFill>
              </a:rPr>
              <a:t>fig. 4: Output of cell 59 of the Jupytr Notebook showing delivery metrics.</a:t>
            </a:r>
            <a:endParaRPr i="1" sz="800">
              <a:solidFill>
                <a:schemeClr val="accent3"/>
              </a:solidFill>
            </a:endParaRPr>
          </a:p>
          <a:p>
            <a:pPr indent="0" lvl="0" marL="0" rtl="0" algn="l">
              <a:spcBef>
                <a:spcPts val="0"/>
              </a:spcBef>
              <a:spcAft>
                <a:spcPts val="0"/>
              </a:spcAft>
              <a:buNone/>
            </a:pPr>
            <a:r>
              <a:rPr i="1" lang="en-US" sz="800"/>
              <a:t>Note: In-store purchases refers to Sales where the ‘Delivery Date’ attribute is blank while Purchases requiring deliveries refers to Sales where the ‘Delivery Date’ has a date value.</a:t>
            </a:r>
            <a:endParaRPr i="1" sz="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3"/>
          <p:cNvSpPr/>
          <p:nvPr/>
        </p:nvSpPr>
        <p:spPr>
          <a:xfrm>
            <a:off x="255830" y="200530"/>
            <a:ext cx="8191200" cy="36150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b="1" lang="en-US" sz="2040" u="sng">
                <a:solidFill>
                  <a:srgbClr val="35363B"/>
                </a:solidFill>
                <a:latin typeface="Epilogue"/>
                <a:ea typeface="Epilogue"/>
                <a:cs typeface="Epilogue"/>
                <a:sym typeface="Epilogue"/>
              </a:rPr>
              <a:t>Data Analysis: Distribution of Delivery Times</a:t>
            </a:r>
            <a:endParaRPr b="1" sz="2040" u="sng">
              <a:solidFill>
                <a:srgbClr val="35363B"/>
              </a:solidFill>
              <a:latin typeface="Epilogue"/>
              <a:ea typeface="Epilogue"/>
              <a:cs typeface="Epilogue"/>
              <a:sym typeface="Epilogue"/>
            </a:endParaRPr>
          </a:p>
        </p:txBody>
      </p:sp>
      <p:sp>
        <p:nvSpPr>
          <p:cNvPr id="277" name="Google Shape;277;p13"/>
          <p:cNvSpPr/>
          <p:nvPr/>
        </p:nvSpPr>
        <p:spPr>
          <a:xfrm>
            <a:off x="502975" y="1115925"/>
            <a:ext cx="3625200" cy="3519900"/>
          </a:xfrm>
          <a:prstGeom prst="rect">
            <a:avLst/>
          </a:prstGeom>
          <a:noFill/>
          <a:ln>
            <a:noFill/>
          </a:ln>
        </p:spPr>
        <p:txBody>
          <a:bodyPr anchorCtr="0" anchor="t" bIns="45700" lIns="91425" spcFirstLastPara="1" rIns="91425" wrap="square" tIns="45700">
            <a:noAutofit/>
          </a:bodyPr>
          <a:lstStyle/>
          <a:p>
            <a:pPr indent="-304800" lvl="0" marL="457200" marR="0" rtl="0" algn="l">
              <a:lnSpc>
                <a:spcPct val="140001"/>
              </a:lnSpc>
              <a:spcBef>
                <a:spcPts val="1000"/>
              </a:spcBef>
              <a:spcAft>
                <a:spcPts val="0"/>
              </a:spcAft>
              <a:buClr>
                <a:srgbClr val="35363B"/>
              </a:buClr>
              <a:buSzPts val="1200"/>
              <a:buFont typeface="Epilogue"/>
              <a:buChar char="●"/>
            </a:pPr>
            <a:r>
              <a:rPr lang="en-US" sz="1200">
                <a:solidFill>
                  <a:srgbClr val="35363B"/>
                </a:solidFill>
                <a:latin typeface="Epilogue"/>
                <a:ea typeface="Epilogue"/>
                <a:cs typeface="Epilogue"/>
                <a:sym typeface="Epilogue"/>
              </a:rPr>
              <a:t>Purchases requiring deliveries form a minority of total sales. However, from that minority we are able to infer some insights on the retailer’s logistic network.</a:t>
            </a:r>
            <a:endParaRPr sz="1200">
              <a:solidFill>
                <a:srgbClr val="35363B"/>
              </a:solidFill>
              <a:latin typeface="Epilogue"/>
              <a:ea typeface="Epilogue"/>
              <a:cs typeface="Epilogue"/>
              <a:sym typeface="Epilogue"/>
            </a:endParaRPr>
          </a:p>
          <a:p>
            <a:pPr indent="-304800" lvl="0" marL="457200" marR="0" rtl="0" algn="l">
              <a:lnSpc>
                <a:spcPct val="140001"/>
              </a:lnSpc>
              <a:spcBef>
                <a:spcPts val="1000"/>
              </a:spcBef>
              <a:spcAft>
                <a:spcPts val="0"/>
              </a:spcAft>
              <a:buClr>
                <a:srgbClr val="35363B"/>
              </a:buClr>
              <a:buSzPts val="1200"/>
              <a:buFont typeface="Epilogue"/>
              <a:buChar char="●"/>
            </a:pPr>
            <a:r>
              <a:rPr lang="en-US" sz="1200">
                <a:solidFill>
                  <a:srgbClr val="35363B"/>
                </a:solidFill>
                <a:latin typeface="Epilogue"/>
                <a:ea typeface="Epilogue"/>
                <a:cs typeface="Epilogue"/>
                <a:sym typeface="Epilogue"/>
              </a:rPr>
              <a:t>The following countplot shows that when we plot delivery times we obtain a distribution that is positively skewed with a range of delivery times from 1 to 17 days and high concentration of delivery times taking 3 to 5 days. </a:t>
            </a:r>
            <a:endParaRPr sz="1200">
              <a:solidFill>
                <a:srgbClr val="35363B"/>
              </a:solidFill>
              <a:latin typeface="Epilogue"/>
              <a:ea typeface="Epilogue"/>
              <a:cs typeface="Epilogue"/>
              <a:sym typeface="Epilogue"/>
            </a:endParaRPr>
          </a:p>
          <a:p>
            <a:pPr indent="0" lvl="0" marL="0" marR="0" rtl="0" algn="l">
              <a:lnSpc>
                <a:spcPct val="140001"/>
              </a:lnSpc>
              <a:spcBef>
                <a:spcPts val="1000"/>
              </a:spcBef>
              <a:spcAft>
                <a:spcPts val="0"/>
              </a:spcAft>
              <a:buNone/>
            </a:pPr>
            <a:r>
              <a:t/>
            </a:r>
            <a:endParaRPr sz="1300">
              <a:solidFill>
                <a:srgbClr val="35363B"/>
              </a:solidFill>
              <a:latin typeface="Epilogue"/>
              <a:ea typeface="Epilogue"/>
              <a:cs typeface="Epilogue"/>
              <a:sym typeface="Epilogue"/>
            </a:endParaRPr>
          </a:p>
        </p:txBody>
      </p:sp>
      <p:sp>
        <p:nvSpPr>
          <p:cNvPr id="278" name="Google Shape;278;p13"/>
          <p:cNvSpPr txBox="1"/>
          <p:nvPr/>
        </p:nvSpPr>
        <p:spPr>
          <a:xfrm>
            <a:off x="4538575" y="3933550"/>
            <a:ext cx="4532400" cy="3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US" sz="800">
                <a:solidFill>
                  <a:schemeClr val="accent3"/>
                </a:solidFill>
              </a:rPr>
              <a:t>fig. 5: Output of cell 63 of the Jupytr Notebook showing distribution of delivery times (in days).</a:t>
            </a:r>
            <a:endParaRPr i="1" sz="800">
              <a:solidFill>
                <a:schemeClr val="accent3"/>
              </a:solidFill>
            </a:endParaRPr>
          </a:p>
          <a:p>
            <a:pPr indent="0" lvl="0" marL="0" rtl="0" algn="l">
              <a:spcBef>
                <a:spcPts val="0"/>
              </a:spcBef>
              <a:spcAft>
                <a:spcPts val="0"/>
              </a:spcAft>
              <a:buNone/>
            </a:pPr>
            <a:r>
              <a:t/>
            </a:r>
            <a:endParaRPr i="1" sz="800"/>
          </a:p>
        </p:txBody>
      </p:sp>
      <p:pic>
        <p:nvPicPr>
          <p:cNvPr id="279" name="Google Shape;279;p13" title="Distribution of Delivery Times.png"/>
          <p:cNvPicPr preferRelativeResize="0"/>
          <p:nvPr/>
        </p:nvPicPr>
        <p:blipFill>
          <a:blip r:embed="rId3">
            <a:alphaModFix/>
          </a:blip>
          <a:stretch>
            <a:fillRect/>
          </a:stretch>
        </p:blipFill>
        <p:spPr>
          <a:xfrm>
            <a:off x="4538576" y="1146587"/>
            <a:ext cx="4476150" cy="28503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4"/>
          <p:cNvSpPr/>
          <p:nvPr/>
        </p:nvSpPr>
        <p:spPr>
          <a:xfrm>
            <a:off x="255830" y="200530"/>
            <a:ext cx="8191200" cy="36150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b="1" lang="en-US" sz="2040" u="sng">
                <a:solidFill>
                  <a:srgbClr val="35363B"/>
                </a:solidFill>
                <a:latin typeface="Epilogue"/>
                <a:ea typeface="Epilogue"/>
                <a:cs typeface="Epilogue"/>
                <a:sym typeface="Epilogue"/>
              </a:rPr>
              <a:t>Statistical Analysis: Hypothesis Testing</a:t>
            </a:r>
            <a:endParaRPr b="1" sz="2040" u="sng">
              <a:solidFill>
                <a:srgbClr val="35363B"/>
              </a:solidFill>
              <a:latin typeface="Epilogue"/>
              <a:ea typeface="Epilogue"/>
              <a:cs typeface="Epilogue"/>
              <a:sym typeface="Epilogue"/>
            </a:endParaRPr>
          </a:p>
        </p:txBody>
      </p:sp>
      <p:sp>
        <p:nvSpPr>
          <p:cNvPr id="285" name="Google Shape;285;p14"/>
          <p:cNvSpPr/>
          <p:nvPr/>
        </p:nvSpPr>
        <p:spPr>
          <a:xfrm>
            <a:off x="186600" y="562025"/>
            <a:ext cx="8770800" cy="1636500"/>
          </a:xfrm>
          <a:prstGeom prst="rect">
            <a:avLst/>
          </a:prstGeom>
          <a:noFill/>
          <a:ln>
            <a:noFill/>
          </a:ln>
        </p:spPr>
        <p:txBody>
          <a:bodyPr anchorCtr="0" anchor="t" bIns="45700" lIns="91425" spcFirstLastPara="1" rIns="91425" wrap="square" tIns="45700">
            <a:noAutofit/>
          </a:bodyPr>
          <a:lstStyle/>
          <a:p>
            <a:pPr indent="-285750" lvl="0" marL="457200" marR="0" rtl="0" algn="l">
              <a:lnSpc>
                <a:spcPct val="140001"/>
              </a:lnSpc>
              <a:spcBef>
                <a:spcPts val="1000"/>
              </a:spcBef>
              <a:spcAft>
                <a:spcPts val="0"/>
              </a:spcAft>
              <a:buClr>
                <a:srgbClr val="35363B"/>
              </a:buClr>
              <a:buSzPts val="900"/>
              <a:buFont typeface="Epilogue"/>
              <a:buChar char="●"/>
            </a:pPr>
            <a:r>
              <a:rPr lang="en-US" sz="900">
                <a:solidFill>
                  <a:srgbClr val="35363B"/>
                </a:solidFill>
                <a:latin typeface="Epilogue"/>
                <a:ea typeface="Epilogue"/>
                <a:cs typeface="Epilogue"/>
                <a:sym typeface="Epilogue"/>
              </a:rPr>
              <a:t>I also wished to test a few hypotheses made about the various datasets. </a:t>
            </a:r>
            <a:endParaRPr sz="900">
              <a:solidFill>
                <a:srgbClr val="35363B"/>
              </a:solidFill>
              <a:latin typeface="Epilogue"/>
              <a:ea typeface="Epilogue"/>
              <a:cs typeface="Epilogue"/>
              <a:sym typeface="Epilogue"/>
            </a:endParaRPr>
          </a:p>
          <a:p>
            <a:pPr indent="-285750" lvl="0" marL="457200" marR="0" rtl="0" algn="l">
              <a:lnSpc>
                <a:spcPct val="140001"/>
              </a:lnSpc>
              <a:spcBef>
                <a:spcPts val="1000"/>
              </a:spcBef>
              <a:spcAft>
                <a:spcPts val="0"/>
              </a:spcAft>
              <a:buClr>
                <a:srgbClr val="35363B"/>
              </a:buClr>
              <a:buSzPts val="900"/>
              <a:buFont typeface="Epilogue"/>
              <a:buChar char="●"/>
            </a:pPr>
            <a:r>
              <a:rPr lang="en-US" sz="900">
                <a:solidFill>
                  <a:srgbClr val="35363B"/>
                </a:solidFill>
                <a:latin typeface="Epilogue"/>
                <a:ea typeface="Epilogue"/>
                <a:cs typeface="Epilogue"/>
                <a:sym typeface="Epilogue"/>
              </a:rPr>
              <a:t>I wished to test:</a:t>
            </a:r>
            <a:endParaRPr sz="900">
              <a:solidFill>
                <a:srgbClr val="35363B"/>
              </a:solidFill>
              <a:latin typeface="Epilogue"/>
              <a:ea typeface="Epilogue"/>
              <a:cs typeface="Epilogue"/>
              <a:sym typeface="Epilogue"/>
            </a:endParaRPr>
          </a:p>
          <a:p>
            <a:pPr indent="-285750" lvl="1" marL="1371600" marR="0" rtl="0" algn="l">
              <a:lnSpc>
                <a:spcPct val="140001"/>
              </a:lnSpc>
              <a:spcBef>
                <a:spcPts val="1000"/>
              </a:spcBef>
              <a:spcAft>
                <a:spcPts val="0"/>
              </a:spcAft>
              <a:buClr>
                <a:srgbClr val="35363B"/>
              </a:buClr>
              <a:buSzPts val="900"/>
              <a:buFont typeface="Epilogue"/>
              <a:buChar char="○"/>
            </a:pPr>
            <a:r>
              <a:rPr lang="en-US" sz="900">
                <a:solidFill>
                  <a:srgbClr val="35363B"/>
                </a:solidFill>
                <a:latin typeface="Epilogue"/>
                <a:ea typeface="Epilogue"/>
                <a:cs typeface="Epilogue"/>
                <a:sym typeface="Epilogue"/>
              </a:rPr>
              <a:t>If there was any statistically significant difference between online and in-store order values.</a:t>
            </a:r>
            <a:endParaRPr sz="900">
              <a:solidFill>
                <a:srgbClr val="35363B"/>
              </a:solidFill>
              <a:latin typeface="Epilogue"/>
              <a:ea typeface="Epilogue"/>
              <a:cs typeface="Epilogue"/>
              <a:sym typeface="Epilogue"/>
            </a:endParaRPr>
          </a:p>
          <a:p>
            <a:pPr indent="-285750" lvl="1" marL="1371600" marR="0" rtl="0" algn="l">
              <a:lnSpc>
                <a:spcPct val="140001"/>
              </a:lnSpc>
              <a:spcBef>
                <a:spcPts val="1000"/>
              </a:spcBef>
              <a:spcAft>
                <a:spcPts val="0"/>
              </a:spcAft>
              <a:buClr>
                <a:srgbClr val="35363B"/>
              </a:buClr>
              <a:buSzPts val="900"/>
              <a:buFont typeface="Epilogue"/>
              <a:buChar char="○"/>
            </a:pPr>
            <a:r>
              <a:rPr lang="en-US" sz="900">
                <a:solidFill>
                  <a:srgbClr val="35363B"/>
                </a:solidFill>
                <a:latin typeface="Epilogue"/>
                <a:ea typeface="Epilogue"/>
                <a:cs typeface="Epilogue"/>
                <a:sym typeface="Epilogue"/>
              </a:rPr>
              <a:t>If there was any statistically significant difference in purchase quantities among categories</a:t>
            </a:r>
            <a:endParaRPr sz="900">
              <a:solidFill>
                <a:srgbClr val="35363B"/>
              </a:solidFill>
              <a:latin typeface="Epilogue"/>
              <a:ea typeface="Epilogue"/>
              <a:cs typeface="Epilogue"/>
              <a:sym typeface="Epilogue"/>
            </a:endParaRPr>
          </a:p>
          <a:p>
            <a:pPr indent="0" lvl="0" marL="0" marR="0" rtl="0" algn="l">
              <a:lnSpc>
                <a:spcPct val="140001"/>
              </a:lnSpc>
              <a:spcBef>
                <a:spcPts val="1000"/>
              </a:spcBef>
              <a:spcAft>
                <a:spcPts val="0"/>
              </a:spcAft>
              <a:buNone/>
            </a:pPr>
            <a:r>
              <a:t/>
            </a:r>
            <a:endParaRPr sz="1300">
              <a:solidFill>
                <a:srgbClr val="35363B"/>
              </a:solidFill>
              <a:latin typeface="Epilogue"/>
              <a:ea typeface="Epilogue"/>
              <a:cs typeface="Epilogue"/>
              <a:sym typeface="Epilogue"/>
            </a:endParaRPr>
          </a:p>
        </p:txBody>
      </p:sp>
      <p:sp>
        <p:nvSpPr>
          <p:cNvPr id="286" name="Google Shape;286;p14"/>
          <p:cNvSpPr txBox="1"/>
          <p:nvPr/>
        </p:nvSpPr>
        <p:spPr>
          <a:xfrm>
            <a:off x="255825" y="1784225"/>
            <a:ext cx="3992700" cy="41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u="sng">
                <a:latin typeface="Epilogue"/>
                <a:ea typeface="Epilogue"/>
                <a:cs typeface="Epilogue"/>
                <a:sym typeface="Epilogue"/>
              </a:rPr>
              <a:t>Test 1: Two-Sample t-Test (Online vs. In-Store Spending)</a:t>
            </a:r>
            <a:endParaRPr b="1" sz="1100" u="sng">
              <a:latin typeface="Epilogue"/>
              <a:ea typeface="Epilogue"/>
              <a:cs typeface="Epilogue"/>
              <a:sym typeface="Epilogue"/>
            </a:endParaRPr>
          </a:p>
        </p:txBody>
      </p:sp>
      <p:sp>
        <p:nvSpPr>
          <p:cNvPr id="287" name="Google Shape;287;p14"/>
          <p:cNvSpPr txBox="1"/>
          <p:nvPr/>
        </p:nvSpPr>
        <p:spPr>
          <a:xfrm>
            <a:off x="4248400" y="1784225"/>
            <a:ext cx="4895700" cy="36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u="sng">
                <a:latin typeface="Epilogue"/>
                <a:ea typeface="Epilogue"/>
                <a:cs typeface="Epilogue"/>
                <a:sym typeface="Epilogue"/>
              </a:rPr>
              <a:t>Test 2: One-Way ANOVA (Order Quantities Across Product Categories)</a:t>
            </a:r>
            <a:endParaRPr b="1" sz="1100" u="sng">
              <a:latin typeface="Epilogue"/>
              <a:ea typeface="Epilogue"/>
              <a:cs typeface="Epilogue"/>
              <a:sym typeface="Epilogue"/>
            </a:endParaRPr>
          </a:p>
          <a:p>
            <a:pPr indent="0" lvl="0" marL="0" rtl="0" algn="l">
              <a:spcBef>
                <a:spcPts val="0"/>
              </a:spcBef>
              <a:spcAft>
                <a:spcPts val="0"/>
              </a:spcAft>
              <a:buNone/>
            </a:pPr>
            <a:r>
              <a:t/>
            </a:r>
            <a:endParaRPr b="1" sz="1100" u="sng">
              <a:latin typeface="Epilogue"/>
              <a:ea typeface="Epilogue"/>
              <a:cs typeface="Epilogue"/>
              <a:sym typeface="Epilogue"/>
            </a:endParaRPr>
          </a:p>
        </p:txBody>
      </p:sp>
      <p:sp>
        <p:nvSpPr>
          <p:cNvPr id="288" name="Google Shape;288;p14"/>
          <p:cNvSpPr txBox="1"/>
          <p:nvPr/>
        </p:nvSpPr>
        <p:spPr>
          <a:xfrm>
            <a:off x="145225" y="2271150"/>
            <a:ext cx="3992700" cy="2872500"/>
          </a:xfrm>
          <a:prstGeom prst="rect">
            <a:avLst/>
          </a:prstGeom>
          <a:noFill/>
          <a:ln>
            <a:noFill/>
          </a:ln>
        </p:spPr>
        <p:txBody>
          <a:bodyPr anchorCtr="0" anchor="t" bIns="91425" lIns="91425" spcFirstLastPara="1" rIns="91425" wrap="square" tIns="91425">
            <a:noAutofit/>
          </a:bodyPr>
          <a:lstStyle/>
          <a:p>
            <a:pPr indent="-285750" lvl="0" marL="457200" rtl="0" algn="l">
              <a:spcBef>
                <a:spcPts val="1000"/>
              </a:spcBef>
              <a:spcAft>
                <a:spcPts val="0"/>
              </a:spcAft>
              <a:buSzPts val="900"/>
              <a:buFont typeface="Epilogue"/>
              <a:buChar char="●"/>
            </a:pPr>
            <a:r>
              <a:rPr lang="en-US" sz="900">
                <a:latin typeface="Epilogue"/>
                <a:ea typeface="Epilogue"/>
                <a:cs typeface="Epilogue"/>
                <a:sym typeface="Epilogue"/>
              </a:rPr>
              <a:t>Using Welch’s t-test I was able to test for any significant difference between the average online spend and average Store-order spend.</a:t>
            </a:r>
            <a:endParaRPr sz="900">
              <a:latin typeface="Epilogue"/>
              <a:ea typeface="Epilogue"/>
              <a:cs typeface="Epilogue"/>
              <a:sym typeface="Epilogue"/>
            </a:endParaRPr>
          </a:p>
          <a:p>
            <a:pPr indent="-285750" lvl="0" marL="457200" rtl="0" algn="l">
              <a:spcBef>
                <a:spcPts val="1000"/>
              </a:spcBef>
              <a:spcAft>
                <a:spcPts val="0"/>
              </a:spcAft>
              <a:buSzPts val="900"/>
              <a:buFont typeface="Epilogue"/>
              <a:buChar char="●"/>
            </a:pPr>
            <a:r>
              <a:rPr lang="en-US" sz="900">
                <a:latin typeface="Epilogue"/>
                <a:ea typeface="Epilogue"/>
                <a:cs typeface="Epilogue"/>
                <a:sym typeface="Epilogue"/>
              </a:rPr>
              <a:t>Our hypothesis statements are as follows:</a:t>
            </a:r>
            <a:endParaRPr sz="900">
              <a:latin typeface="Epilogue"/>
              <a:ea typeface="Epilogue"/>
              <a:cs typeface="Epilogue"/>
              <a:sym typeface="Epilogue"/>
            </a:endParaRPr>
          </a:p>
          <a:p>
            <a:pPr indent="-285750" lvl="1" marL="914400" rtl="0" algn="l">
              <a:spcBef>
                <a:spcPts val="1000"/>
              </a:spcBef>
              <a:spcAft>
                <a:spcPts val="0"/>
              </a:spcAft>
              <a:buSzPts val="900"/>
              <a:buFont typeface="Epilogue"/>
              <a:buChar char="○"/>
            </a:pPr>
            <a:r>
              <a:rPr lang="en-US" sz="900">
                <a:latin typeface="Epilogue"/>
                <a:ea typeface="Epilogue"/>
                <a:cs typeface="Epilogue"/>
                <a:sym typeface="Epilogue"/>
              </a:rPr>
              <a:t>H0: There is no statistically significant difference between online and in-store order spending.</a:t>
            </a:r>
            <a:endParaRPr sz="900">
              <a:latin typeface="Epilogue"/>
              <a:ea typeface="Epilogue"/>
              <a:cs typeface="Epilogue"/>
              <a:sym typeface="Epilogue"/>
            </a:endParaRPr>
          </a:p>
          <a:p>
            <a:pPr indent="-285750" lvl="1" marL="914400" rtl="0" algn="l">
              <a:spcBef>
                <a:spcPts val="1000"/>
              </a:spcBef>
              <a:spcAft>
                <a:spcPts val="0"/>
              </a:spcAft>
              <a:buSzPts val="900"/>
              <a:buFont typeface="Epilogue"/>
              <a:buChar char="○"/>
            </a:pPr>
            <a:r>
              <a:rPr lang="en-US" sz="900">
                <a:latin typeface="Epilogue"/>
                <a:ea typeface="Epilogue"/>
                <a:cs typeface="Epilogue"/>
                <a:sym typeface="Epilogue"/>
              </a:rPr>
              <a:t>Ha: There is a statistically significant difference between online and in-store order values</a:t>
            </a:r>
            <a:endParaRPr sz="900">
              <a:latin typeface="Epilogue"/>
              <a:ea typeface="Epilogue"/>
              <a:cs typeface="Epilogue"/>
              <a:sym typeface="Epilogue"/>
            </a:endParaRPr>
          </a:p>
          <a:p>
            <a:pPr indent="-285750" lvl="0" marL="457200" rtl="0" algn="l">
              <a:spcBef>
                <a:spcPts val="1000"/>
              </a:spcBef>
              <a:spcAft>
                <a:spcPts val="0"/>
              </a:spcAft>
              <a:buSzPts val="900"/>
              <a:buFont typeface="Epilogue"/>
              <a:buChar char="●"/>
            </a:pPr>
            <a:r>
              <a:rPr lang="en-US" sz="900">
                <a:latin typeface="Epilogue"/>
                <a:ea typeface="Epilogue"/>
                <a:cs typeface="Epilogue"/>
                <a:sym typeface="Epilogue"/>
              </a:rPr>
              <a:t>fig.6 on the next slide shows that upon testing we fail to reject H0. Proving that customers exhibit equivalent spending power regardless of the channel they purchase products from. Showing consistent customer intent across all platforms.</a:t>
            </a:r>
            <a:endParaRPr sz="900">
              <a:latin typeface="Epilogue"/>
              <a:ea typeface="Epilogue"/>
              <a:cs typeface="Epilogue"/>
              <a:sym typeface="Epilogue"/>
            </a:endParaRPr>
          </a:p>
        </p:txBody>
      </p:sp>
      <p:sp>
        <p:nvSpPr>
          <p:cNvPr id="289" name="Google Shape;289;p14"/>
          <p:cNvSpPr txBox="1"/>
          <p:nvPr/>
        </p:nvSpPr>
        <p:spPr>
          <a:xfrm>
            <a:off x="4699900" y="2271150"/>
            <a:ext cx="3992700" cy="2832300"/>
          </a:xfrm>
          <a:prstGeom prst="rect">
            <a:avLst/>
          </a:prstGeom>
          <a:noFill/>
          <a:ln>
            <a:noFill/>
          </a:ln>
        </p:spPr>
        <p:txBody>
          <a:bodyPr anchorCtr="0" anchor="t" bIns="91425" lIns="91425" spcFirstLastPara="1" rIns="91425" wrap="square" tIns="91425">
            <a:noAutofit/>
          </a:bodyPr>
          <a:lstStyle/>
          <a:p>
            <a:pPr indent="-285750" lvl="0" marL="457200" rtl="0" algn="l">
              <a:spcBef>
                <a:spcPts val="1000"/>
              </a:spcBef>
              <a:spcAft>
                <a:spcPts val="0"/>
              </a:spcAft>
              <a:buSzPts val="900"/>
              <a:buFont typeface="Epilogue"/>
              <a:buChar char="●"/>
            </a:pPr>
            <a:r>
              <a:rPr lang="en-US" sz="900">
                <a:latin typeface="Epilogue"/>
                <a:ea typeface="Epilogue"/>
                <a:cs typeface="Epilogue"/>
                <a:sym typeface="Epilogue"/>
              </a:rPr>
              <a:t>Running One-Way ANOVA</a:t>
            </a:r>
            <a:r>
              <a:rPr lang="en-US" sz="900">
                <a:latin typeface="Epilogue"/>
                <a:ea typeface="Epilogue"/>
                <a:cs typeface="Epilogue"/>
                <a:sym typeface="Epilogue"/>
              </a:rPr>
              <a:t> I was able to test for any significant difference in the order quantities between different categories.</a:t>
            </a:r>
            <a:endParaRPr sz="900">
              <a:latin typeface="Epilogue"/>
              <a:ea typeface="Epilogue"/>
              <a:cs typeface="Epilogue"/>
              <a:sym typeface="Epilogue"/>
            </a:endParaRPr>
          </a:p>
          <a:p>
            <a:pPr indent="-285750" lvl="0" marL="457200" rtl="0" algn="l">
              <a:spcBef>
                <a:spcPts val="1000"/>
              </a:spcBef>
              <a:spcAft>
                <a:spcPts val="0"/>
              </a:spcAft>
              <a:buSzPts val="900"/>
              <a:buFont typeface="Epilogue"/>
              <a:buChar char="●"/>
            </a:pPr>
            <a:r>
              <a:rPr lang="en-US" sz="900">
                <a:latin typeface="Epilogue"/>
                <a:ea typeface="Epilogue"/>
                <a:cs typeface="Epilogue"/>
                <a:sym typeface="Epilogue"/>
              </a:rPr>
              <a:t>Our hypothesis statements are as follows:</a:t>
            </a:r>
            <a:endParaRPr sz="900">
              <a:latin typeface="Epilogue"/>
              <a:ea typeface="Epilogue"/>
              <a:cs typeface="Epilogue"/>
              <a:sym typeface="Epilogue"/>
            </a:endParaRPr>
          </a:p>
          <a:p>
            <a:pPr indent="-285750" lvl="1" marL="914400" rtl="0" algn="l">
              <a:spcBef>
                <a:spcPts val="1000"/>
              </a:spcBef>
              <a:spcAft>
                <a:spcPts val="0"/>
              </a:spcAft>
              <a:buSzPts val="900"/>
              <a:buFont typeface="Epilogue"/>
              <a:buChar char="○"/>
            </a:pPr>
            <a:r>
              <a:rPr lang="en-US" sz="900">
                <a:latin typeface="Epilogue"/>
                <a:ea typeface="Epilogue"/>
                <a:cs typeface="Epilogue"/>
                <a:sym typeface="Epilogue"/>
              </a:rPr>
              <a:t>H0: There is no statistically significant difference in purchase quantities among categories</a:t>
            </a:r>
            <a:endParaRPr sz="900">
              <a:latin typeface="Epilogue"/>
              <a:ea typeface="Epilogue"/>
              <a:cs typeface="Epilogue"/>
              <a:sym typeface="Epilogue"/>
            </a:endParaRPr>
          </a:p>
          <a:p>
            <a:pPr indent="-285750" lvl="1" marL="914400" rtl="0" algn="l">
              <a:spcBef>
                <a:spcPts val="1000"/>
              </a:spcBef>
              <a:spcAft>
                <a:spcPts val="0"/>
              </a:spcAft>
              <a:buSzPts val="900"/>
              <a:buFont typeface="Epilogue"/>
              <a:buChar char="○"/>
            </a:pPr>
            <a:r>
              <a:rPr lang="en-US" sz="900">
                <a:latin typeface="Epilogue"/>
                <a:ea typeface="Epilogue"/>
                <a:cs typeface="Epilogue"/>
                <a:sym typeface="Epilogue"/>
              </a:rPr>
              <a:t>Ha: There is a statistically significant difference in purchase quantities among categories</a:t>
            </a:r>
            <a:endParaRPr sz="900">
              <a:latin typeface="Epilogue"/>
              <a:ea typeface="Epilogue"/>
              <a:cs typeface="Epilogue"/>
              <a:sym typeface="Epilogue"/>
            </a:endParaRPr>
          </a:p>
          <a:p>
            <a:pPr indent="-285750" lvl="0" marL="457200" rtl="0" algn="l">
              <a:spcBef>
                <a:spcPts val="1000"/>
              </a:spcBef>
              <a:spcAft>
                <a:spcPts val="0"/>
              </a:spcAft>
              <a:buSzPts val="900"/>
              <a:buFont typeface="Epilogue"/>
              <a:buChar char="●"/>
            </a:pPr>
            <a:r>
              <a:rPr lang="en-US" sz="900">
                <a:latin typeface="Epilogue"/>
                <a:ea typeface="Epilogue"/>
                <a:cs typeface="Epilogue"/>
                <a:sym typeface="Epilogue"/>
              </a:rPr>
              <a:t>fig. 7 on the next slide shows that upon testing we fail to reject H0. Proving that customers show no favour towards any particular category of product</a:t>
            </a:r>
            <a:r>
              <a:rPr lang="en-US" sz="900">
                <a:latin typeface="Epilogue"/>
                <a:ea typeface="Epilogue"/>
                <a:cs typeface="Epilogue"/>
                <a:sym typeface="Epilogue"/>
              </a:rPr>
              <a:t>s</a:t>
            </a:r>
            <a:r>
              <a:rPr lang="en-US" sz="900">
                <a:latin typeface="Epilogue"/>
                <a:ea typeface="Epilogue"/>
                <a:cs typeface="Epilogue"/>
                <a:sym typeface="Epilogue"/>
              </a:rPr>
              <a:t>.</a:t>
            </a:r>
            <a:endParaRPr sz="900">
              <a:latin typeface="Epilogue"/>
              <a:ea typeface="Epilogue"/>
              <a:cs typeface="Epilogue"/>
              <a:sym typeface="Epilogue"/>
            </a:endParaRPr>
          </a:p>
        </p:txBody>
      </p:sp>
      <p:cxnSp>
        <p:nvCxnSpPr>
          <p:cNvPr id="290" name="Google Shape;290;p14"/>
          <p:cNvCxnSpPr/>
          <p:nvPr/>
        </p:nvCxnSpPr>
        <p:spPr>
          <a:xfrm>
            <a:off x="4248400" y="1770175"/>
            <a:ext cx="53400" cy="3333300"/>
          </a:xfrm>
          <a:prstGeom prst="straightConnector1">
            <a:avLst/>
          </a:prstGeom>
          <a:noFill/>
          <a:ln cap="flat" cmpd="sng" w="76200">
            <a:solidFill>
              <a:schemeClr val="dk2"/>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5"/>
          <p:cNvSpPr/>
          <p:nvPr/>
        </p:nvSpPr>
        <p:spPr>
          <a:xfrm>
            <a:off x="255830" y="200530"/>
            <a:ext cx="8191200" cy="36150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b="1" lang="en-US" sz="2040" u="sng">
                <a:solidFill>
                  <a:srgbClr val="35363B"/>
                </a:solidFill>
                <a:latin typeface="Epilogue"/>
                <a:ea typeface="Epilogue"/>
                <a:cs typeface="Epilogue"/>
                <a:sym typeface="Epilogue"/>
              </a:rPr>
              <a:t>Statistical Analysis: </a:t>
            </a:r>
            <a:r>
              <a:rPr b="1" lang="en-US" sz="2040" u="sng">
                <a:solidFill>
                  <a:srgbClr val="35363B"/>
                </a:solidFill>
                <a:latin typeface="Epilogue"/>
                <a:ea typeface="Epilogue"/>
                <a:cs typeface="Epilogue"/>
                <a:sym typeface="Epilogue"/>
              </a:rPr>
              <a:t>Hypothesis Testing</a:t>
            </a:r>
            <a:endParaRPr b="1" sz="2040" u="sng">
              <a:solidFill>
                <a:srgbClr val="35363B"/>
              </a:solidFill>
              <a:latin typeface="Epilogue"/>
              <a:ea typeface="Epilogue"/>
              <a:cs typeface="Epilogue"/>
              <a:sym typeface="Epilogue"/>
            </a:endParaRPr>
          </a:p>
        </p:txBody>
      </p:sp>
      <p:pic>
        <p:nvPicPr>
          <p:cNvPr id="296" name="Google Shape;296;p15"/>
          <p:cNvPicPr preferRelativeResize="0"/>
          <p:nvPr/>
        </p:nvPicPr>
        <p:blipFill>
          <a:blip r:embed="rId3">
            <a:alphaModFix/>
          </a:blip>
          <a:stretch>
            <a:fillRect/>
          </a:stretch>
        </p:blipFill>
        <p:spPr>
          <a:xfrm>
            <a:off x="152400" y="1009955"/>
            <a:ext cx="8839200" cy="980019"/>
          </a:xfrm>
          <a:prstGeom prst="rect">
            <a:avLst/>
          </a:prstGeom>
          <a:noFill/>
          <a:ln>
            <a:noFill/>
          </a:ln>
        </p:spPr>
      </p:pic>
      <p:pic>
        <p:nvPicPr>
          <p:cNvPr id="297" name="Google Shape;297;p15"/>
          <p:cNvPicPr preferRelativeResize="0"/>
          <p:nvPr/>
        </p:nvPicPr>
        <p:blipFill>
          <a:blip r:embed="rId4">
            <a:alphaModFix/>
          </a:blip>
          <a:stretch>
            <a:fillRect/>
          </a:stretch>
        </p:blipFill>
        <p:spPr>
          <a:xfrm>
            <a:off x="255825" y="2930149"/>
            <a:ext cx="8820150" cy="619125"/>
          </a:xfrm>
          <a:prstGeom prst="rect">
            <a:avLst/>
          </a:prstGeom>
          <a:noFill/>
          <a:ln>
            <a:noFill/>
          </a:ln>
        </p:spPr>
      </p:pic>
      <p:sp>
        <p:nvSpPr>
          <p:cNvPr id="298" name="Google Shape;298;p15"/>
          <p:cNvSpPr txBox="1"/>
          <p:nvPr/>
        </p:nvSpPr>
        <p:spPr>
          <a:xfrm>
            <a:off x="152400" y="1919025"/>
            <a:ext cx="6042600" cy="16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US" sz="800">
                <a:solidFill>
                  <a:schemeClr val="accent3"/>
                </a:solidFill>
                <a:latin typeface="Epilogue"/>
                <a:ea typeface="Epilogue"/>
                <a:cs typeface="Epilogue"/>
                <a:sym typeface="Epilogue"/>
              </a:rPr>
              <a:t>fig. 6: Output of cell 66 of the Jupytr Notebook showing the results of Welch’s t-test.</a:t>
            </a:r>
            <a:endParaRPr i="1" sz="800">
              <a:solidFill>
                <a:schemeClr val="accent3"/>
              </a:solidFill>
              <a:latin typeface="Epilogue"/>
              <a:ea typeface="Epilogue"/>
              <a:cs typeface="Epilogue"/>
              <a:sym typeface="Epilogue"/>
            </a:endParaRPr>
          </a:p>
        </p:txBody>
      </p:sp>
      <p:sp>
        <p:nvSpPr>
          <p:cNvPr id="299" name="Google Shape;299;p15"/>
          <p:cNvSpPr txBox="1"/>
          <p:nvPr/>
        </p:nvSpPr>
        <p:spPr>
          <a:xfrm>
            <a:off x="255825" y="3507575"/>
            <a:ext cx="6042600" cy="16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US" sz="800">
                <a:solidFill>
                  <a:schemeClr val="accent3"/>
                </a:solidFill>
                <a:latin typeface="Epilogue"/>
                <a:ea typeface="Epilogue"/>
                <a:cs typeface="Epilogue"/>
                <a:sym typeface="Epilogue"/>
              </a:rPr>
              <a:t>fig. 7: Output of cell 68 of the Jupytr Notebook showing the results of One-Way ANOVA.</a:t>
            </a:r>
            <a:endParaRPr i="1" sz="800">
              <a:solidFill>
                <a:schemeClr val="accent3"/>
              </a:solidFill>
              <a:latin typeface="Epilogue"/>
              <a:ea typeface="Epilogue"/>
              <a:cs typeface="Epilogue"/>
              <a:sym typeface="Epilogu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6"/>
          <p:cNvSpPr/>
          <p:nvPr/>
        </p:nvSpPr>
        <p:spPr>
          <a:xfrm>
            <a:off x="476280" y="380880"/>
            <a:ext cx="8191200" cy="36150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b="1" lang="en-US" sz="2040" u="sng">
                <a:solidFill>
                  <a:srgbClr val="35363B"/>
                </a:solidFill>
                <a:latin typeface="Epilogue"/>
                <a:ea typeface="Epilogue"/>
                <a:cs typeface="Epilogue"/>
                <a:sym typeface="Epilogue"/>
              </a:rPr>
              <a:t>Conclusions</a:t>
            </a:r>
            <a:endParaRPr b="1" sz="2040" u="sng">
              <a:solidFill>
                <a:srgbClr val="35363B"/>
              </a:solidFill>
              <a:latin typeface="Epilogue"/>
              <a:ea typeface="Epilogue"/>
              <a:cs typeface="Epilogue"/>
              <a:sym typeface="Epilogue"/>
            </a:endParaRPr>
          </a:p>
        </p:txBody>
      </p:sp>
      <p:sp>
        <p:nvSpPr>
          <p:cNvPr id="305" name="Google Shape;305;p16"/>
          <p:cNvSpPr/>
          <p:nvPr/>
        </p:nvSpPr>
        <p:spPr>
          <a:xfrm>
            <a:off x="476275" y="657950"/>
            <a:ext cx="8191200" cy="4158300"/>
          </a:xfrm>
          <a:prstGeom prst="rect">
            <a:avLst/>
          </a:prstGeom>
          <a:noFill/>
          <a:ln>
            <a:noFill/>
          </a:ln>
        </p:spPr>
        <p:txBody>
          <a:bodyPr anchorCtr="0" anchor="t" bIns="45700" lIns="91425" spcFirstLastPara="1" rIns="91425" wrap="square" tIns="45700">
            <a:noAutofit/>
          </a:bodyPr>
          <a:lstStyle/>
          <a:p>
            <a:pPr indent="-279400" lvl="0" marL="457200" marR="0" rtl="0" algn="l">
              <a:lnSpc>
                <a:spcPct val="140001"/>
              </a:lnSpc>
              <a:spcBef>
                <a:spcPts val="0"/>
              </a:spcBef>
              <a:spcAft>
                <a:spcPts val="0"/>
              </a:spcAft>
              <a:buSzPts val="800"/>
              <a:buFont typeface="Epilogue"/>
              <a:buChar char="●"/>
            </a:pPr>
            <a:r>
              <a:rPr lang="en-US" sz="800" u="sng">
                <a:latin typeface="Epilogue"/>
                <a:ea typeface="Epilogue"/>
                <a:cs typeface="Epilogue"/>
                <a:sym typeface="Epilogue"/>
              </a:rPr>
              <a:t>1. Financial Overview and Margins</a:t>
            </a:r>
            <a:endParaRPr sz="800" u="sng">
              <a:latin typeface="Epilogue"/>
              <a:ea typeface="Epilogue"/>
              <a:cs typeface="Epilogue"/>
              <a:sym typeface="Epilogue"/>
            </a:endParaRPr>
          </a:p>
          <a:p>
            <a:pPr indent="-279400" lvl="1" marL="914400" marR="0" rtl="0" algn="l">
              <a:lnSpc>
                <a:spcPct val="140001"/>
              </a:lnSpc>
              <a:spcBef>
                <a:spcPts val="0"/>
              </a:spcBef>
              <a:spcAft>
                <a:spcPts val="0"/>
              </a:spcAft>
              <a:buSzPts val="800"/>
              <a:buFont typeface="Epilogue"/>
              <a:buChar char="○"/>
            </a:pPr>
            <a:r>
              <a:rPr lang="en-US" sz="800">
                <a:latin typeface="Epilogue"/>
                <a:ea typeface="Epilogue"/>
                <a:cs typeface="Epilogue"/>
                <a:sym typeface="Epilogue"/>
              </a:rPr>
              <a:t>Exceptional Gross Profit:</a:t>
            </a:r>
            <a:endParaRPr sz="800">
              <a:latin typeface="Epilogue"/>
              <a:ea typeface="Epilogue"/>
              <a:cs typeface="Epilogue"/>
              <a:sym typeface="Epilogue"/>
            </a:endParaRPr>
          </a:p>
          <a:p>
            <a:pPr indent="-279400" lvl="2" marL="1371600" marR="0" rtl="0" algn="l">
              <a:lnSpc>
                <a:spcPct val="140001"/>
              </a:lnSpc>
              <a:spcBef>
                <a:spcPts val="0"/>
              </a:spcBef>
              <a:spcAft>
                <a:spcPts val="0"/>
              </a:spcAft>
              <a:buSzPts val="800"/>
              <a:buFont typeface="Epilogue"/>
              <a:buChar char="■"/>
            </a:pPr>
            <a:r>
              <a:rPr lang="en-US" sz="800">
                <a:latin typeface="Epilogue"/>
                <a:ea typeface="Epilogue"/>
                <a:cs typeface="Epilogue"/>
                <a:sym typeface="Epilogue"/>
              </a:rPr>
              <a:t> </a:t>
            </a:r>
            <a:r>
              <a:rPr lang="en-US" sz="800">
                <a:latin typeface="Epilogue"/>
                <a:ea typeface="Epilogue"/>
                <a:cs typeface="Epilogue"/>
                <a:sym typeface="Epilogue"/>
              </a:rPr>
              <a:t>Across all sale transactions, the business realized a gross profit margin of </a:t>
            </a:r>
            <a:r>
              <a:rPr i="1" lang="en-US" sz="800">
                <a:latin typeface="Epilogue"/>
                <a:ea typeface="Epilogue"/>
                <a:cs typeface="Epilogue"/>
                <a:sym typeface="Epilogue"/>
              </a:rPr>
              <a:t>58.58%</a:t>
            </a:r>
            <a:r>
              <a:rPr lang="en-US" sz="800">
                <a:latin typeface="Epilogue"/>
                <a:ea typeface="Epilogue"/>
                <a:cs typeface="Epilogue"/>
                <a:sym typeface="Epilogue"/>
              </a:rPr>
              <a:t> (approximately $32.7M profit on $55.8M gross revenue.)</a:t>
            </a:r>
            <a:endParaRPr sz="800">
              <a:latin typeface="Epilogue"/>
              <a:ea typeface="Epilogue"/>
              <a:cs typeface="Epilogue"/>
              <a:sym typeface="Epilogue"/>
            </a:endParaRPr>
          </a:p>
          <a:p>
            <a:pPr indent="-279400" lvl="1" marL="914400" marR="0" rtl="0" algn="l">
              <a:lnSpc>
                <a:spcPct val="140001"/>
              </a:lnSpc>
              <a:spcBef>
                <a:spcPts val="0"/>
              </a:spcBef>
              <a:spcAft>
                <a:spcPts val="0"/>
              </a:spcAft>
              <a:buSzPts val="800"/>
              <a:buFont typeface="Epilogue"/>
              <a:buChar char="○"/>
            </a:pPr>
            <a:r>
              <a:rPr lang="en-US" sz="800">
                <a:latin typeface="Epilogue"/>
                <a:ea typeface="Epilogue"/>
                <a:cs typeface="Epilogue"/>
                <a:sym typeface="Epilogue"/>
              </a:rPr>
              <a:t>Margin Scope: </a:t>
            </a:r>
            <a:endParaRPr sz="800">
              <a:latin typeface="Epilogue"/>
              <a:ea typeface="Epilogue"/>
              <a:cs typeface="Epilogue"/>
              <a:sym typeface="Epilogue"/>
            </a:endParaRPr>
          </a:p>
          <a:p>
            <a:pPr indent="-279400" lvl="2" marL="1371600" marR="0" rtl="0" algn="l">
              <a:lnSpc>
                <a:spcPct val="140001"/>
              </a:lnSpc>
              <a:spcBef>
                <a:spcPts val="0"/>
              </a:spcBef>
              <a:spcAft>
                <a:spcPts val="0"/>
              </a:spcAft>
              <a:buSzPts val="800"/>
              <a:buFont typeface="Epilogue"/>
              <a:buChar char="■"/>
            </a:pPr>
            <a:r>
              <a:rPr lang="en-US" sz="800">
                <a:latin typeface="Epilogue"/>
                <a:ea typeface="Epilogue"/>
                <a:cs typeface="Epilogue"/>
                <a:sym typeface="Epilogue"/>
              </a:rPr>
              <a:t>This reflects pure gross product markup (Unit Price - Unit Cost) before operating overhead costs (store leases, fulfillment logistics, sales labor, etc).</a:t>
            </a:r>
            <a:endParaRPr sz="800">
              <a:latin typeface="Epilogue"/>
              <a:ea typeface="Epilogue"/>
              <a:cs typeface="Epilogue"/>
              <a:sym typeface="Epilogue"/>
            </a:endParaRPr>
          </a:p>
          <a:p>
            <a:pPr indent="-279400" lvl="0" marL="457200" marR="0" rtl="0" algn="l">
              <a:lnSpc>
                <a:spcPct val="140001"/>
              </a:lnSpc>
              <a:spcBef>
                <a:spcPts val="0"/>
              </a:spcBef>
              <a:spcAft>
                <a:spcPts val="0"/>
              </a:spcAft>
              <a:buSzPts val="800"/>
              <a:buFont typeface="Epilogue"/>
              <a:buChar char="●"/>
            </a:pPr>
            <a:r>
              <a:rPr lang="en-US" sz="800" u="sng">
                <a:latin typeface="Epilogue"/>
                <a:ea typeface="Epilogue"/>
                <a:cs typeface="Epilogue"/>
                <a:sym typeface="Epilogue"/>
              </a:rPr>
              <a:t>2. Core Revenue Drivers</a:t>
            </a:r>
            <a:endParaRPr sz="800" u="sng">
              <a:latin typeface="Epilogue"/>
              <a:ea typeface="Epilogue"/>
              <a:cs typeface="Epilogue"/>
              <a:sym typeface="Epilogue"/>
            </a:endParaRPr>
          </a:p>
          <a:p>
            <a:pPr indent="-279400" lvl="1" marL="914400" marR="0" rtl="0" algn="l">
              <a:lnSpc>
                <a:spcPct val="140001"/>
              </a:lnSpc>
              <a:spcBef>
                <a:spcPts val="0"/>
              </a:spcBef>
              <a:spcAft>
                <a:spcPts val="0"/>
              </a:spcAft>
              <a:buSzPts val="800"/>
              <a:buFont typeface="Epilogue"/>
              <a:buChar char="○"/>
            </a:pPr>
            <a:r>
              <a:rPr lang="en-US" sz="800">
                <a:latin typeface="Epilogue"/>
                <a:ea typeface="Epilogue"/>
                <a:cs typeface="Epilogue"/>
                <a:sym typeface="Epilogue"/>
              </a:rPr>
              <a:t>Flagship Profit Engines: </a:t>
            </a:r>
            <a:endParaRPr sz="800">
              <a:latin typeface="Epilogue"/>
              <a:ea typeface="Epilogue"/>
              <a:cs typeface="Epilogue"/>
              <a:sym typeface="Epilogue"/>
            </a:endParaRPr>
          </a:p>
          <a:p>
            <a:pPr indent="-279400" lvl="2" marL="1371600" marR="0" rtl="0" algn="l">
              <a:lnSpc>
                <a:spcPct val="140001"/>
              </a:lnSpc>
              <a:spcBef>
                <a:spcPts val="0"/>
              </a:spcBef>
              <a:spcAft>
                <a:spcPts val="0"/>
              </a:spcAft>
              <a:buSzPts val="800"/>
              <a:buFont typeface="Epilogue"/>
              <a:buChar char="■"/>
            </a:pPr>
            <a:r>
              <a:rPr lang="en-US" sz="800">
                <a:latin typeface="Epilogue"/>
                <a:ea typeface="Epilogue"/>
                <a:cs typeface="Epilogue"/>
                <a:sym typeface="Epilogue"/>
              </a:rPr>
              <a:t>The ‘</a:t>
            </a:r>
            <a:r>
              <a:rPr i="1" lang="en-US" sz="800">
                <a:latin typeface="Epilogue"/>
                <a:ea typeface="Epilogue"/>
                <a:cs typeface="Epilogue"/>
                <a:sym typeface="Epilogue"/>
              </a:rPr>
              <a:t>WWI Desktop PC2.33 X2330 Black’</a:t>
            </a:r>
            <a:r>
              <a:rPr lang="en-US" sz="800">
                <a:latin typeface="Epilogue"/>
                <a:ea typeface="Epilogue"/>
                <a:cs typeface="Epilogue"/>
                <a:sym typeface="Epilogue"/>
              </a:rPr>
              <a:t> is the single most valuable item, generating $505,450.00 in revenue and $337,986.00 in gross profit alone. </a:t>
            </a:r>
            <a:r>
              <a:rPr i="1" lang="en-US" sz="800">
                <a:latin typeface="Epilogue"/>
                <a:ea typeface="Epilogue"/>
                <a:cs typeface="Epilogue"/>
                <a:sym typeface="Epilogue"/>
              </a:rPr>
              <a:t>(Please refer to the output of cell 48 of the Jupytr Notebook for reference)</a:t>
            </a:r>
            <a:endParaRPr i="1" sz="800">
              <a:latin typeface="Epilogue"/>
              <a:ea typeface="Epilogue"/>
              <a:cs typeface="Epilogue"/>
              <a:sym typeface="Epilogue"/>
            </a:endParaRPr>
          </a:p>
          <a:p>
            <a:pPr indent="-279400" lvl="1" marL="914400" marR="0" rtl="0" algn="l">
              <a:lnSpc>
                <a:spcPct val="140001"/>
              </a:lnSpc>
              <a:spcBef>
                <a:spcPts val="0"/>
              </a:spcBef>
              <a:spcAft>
                <a:spcPts val="0"/>
              </a:spcAft>
              <a:buSzPts val="800"/>
              <a:buFont typeface="Epilogue"/>
              <a:buChar char="○"/>
            </a:pPr>
            <a:r>
              <a:rPr lang="en-US" sz="800">
                <a:latin typeface="Epilogue"/>
                <a:ea typeface="Epilogue"/>
                <a:cs typeface="Epilogue"/>
                <a:sym typeface="Epilogue"/>
              </a:rPr>
              <a:t>Top 10 Consistency: </a:t>
            </a:r>
            <a:endParaRPr sz="800">
              <a:latin typeface="Epilogue"/>
              <a:ea typeface="Epilogue"/>
              <a:cs typeface="Epilogue"/>
              <a:sym typeface="Epilogue"/>
            </a:endParaRPr>
          </a:p>
          <a:p>
            <a:pPr indent="-279400" lvl="2" marL="1371600" marR="0" rtl="0" algn="l">
              <a:lnSpc>
                <a:spcPct val="140001"/>
              </a:lnSpc>
              <a:spcBef>
                <a:spcPts val="0"/>
              </a:spcBef>
              <a:spcAft>
                <a:spcPts val="0"/>
              </a:spcAft>
              <a:buSzPts val="800"/>
              <a:buFont typeface="Epilogue"/>
              <a:buChar char="■"/>
            </a:pPr>
            <a:r>
              <a:rPr lang="en-US" sz="800">
                <a:latin typeface="Epilogue"/>
                <a:ea typeface="Epilogue"/>
                <a:cs typeface="Epilogue"/>
                <a:sym typeface="Epilogue"/>
              </a:rPr>
              <a:t>T</a:t>
            </a:r>
            <a:r>
              <a:rPr lang="en-US" sz="800">
                <a:latin typeface="Epilogue"/>
                <a:ea typeface="Epilogue"/>
                <a:cs typeface="Epilogue"/>
                <a:sym typeface="Epilogue"/>
              </a:rPr>
              <a:t>he top 10</a:t>
            </a:r>
            <a:r>
              <a:rPr lang="en-US" sz="800">
                <a:latin typeface="Epilogue"/>
                <a:ea typeface="Epilogue"/>
                <a:cs typeface="Epilogue"/>
                <a:sym typeface="Epilogue"/>
              </a:rPr>
              <a:t> products by quantity sold belong to either the ‘</a:t>
            </a:r>
            <a:r>
              <a:rPr i="1" lang="en-US" sz="800">
                <a:latin typeface="Epilogue"/>
                <a:ea typeface="Epilogue"/>
                <a:cs typeface="Epilogue"/>
                <a:sym typeface="Epilogue"/>
              </a:rPr>
              <a:t>WWI Desktop PC’ </a:t>
            </a:r>
            <a:r>
              <a:rPr lang="en-US" sz="800">
                <a:latin typeface="Epilogue"/>
                <a:ea typeface="Epilogue"/>
                <a:cs typeface="Epilogue"/>
                <a:sym typeface="Epilogue"/>
              </a:rPr>
              <a:t>or ‘</a:t>
            </a:r>
            <a:r>
              <a:rPr i="1" lang="en-US" sz="800">
                <a:latin typeface="Epilogue"/>
                <a:ea typeface="Epilogue"/>
                <a:cs typeface="Epilogue"/>
                <a:sym typeface="Epilogue"/>
              </a:rPr>
              <a:t>Adventure Works Desktop PC’</a:t>
            </a:r>
            <a:r>
              <a:rPr lang="en-US" sz="800">
                <a:latin typeface="Epilogue"/>
                <a:ea typeface="Epilogue"/>
                <a:cs typeface="Epilogue"/>
                <a:sym typeface="Epilogue"/>
              </a:rPr>
              <a:t> product lines. Showing that the customer base highly favour the retailer's desktop products.</a:t>
            </a:r>
            <a:endParaRPr sz="800">
              <a:latin typeface="Epilogue"/>
              <a:ea typeface="Epilogue"/>
              <a:cs typeface="Epilogue"/>
              <a:sym typeface="Epilogue"/>
            </a:endParaRPr>
          </a:p>
          <a:p>
            <a:pPr indent="-279400" lvl="0" marL="457200" rtl="0" algn="l">
              <a:lnSpc>
                <a:spcPct val="140001"/>
              </a:lnSpc>
              <a:spcBef>
                <a:spcPts val="0"/>
              </a:spcBef>
              <a:spcAft>
                <a:spcPts val="0"/>
              </a:spcAft>
              <a:buSzPts val="800"/>
              <a:buFont typeface="Epilogue"/>
              <a:buChar char="●"/>
            </a:pPr>
            <a:r>
              <a:rPr lang="en-US" sz="800" u="sng">
                <a:latin typeface="Epilogue"/>
                <a:ea typeface="Epilogue"/>
                <a:cs typeface="Epilogue"/>
                <a:sym typeface="Epilogue"/>
              </a:rPr>
              <a:t>3. </a:t>
            </a:r>
            <a:r>
              <a:rPr lang="en-US" sz="800" u="sng">
                <a:latin typeface="Epilogue"/>
                <a:ea typeface="Epilogue"/>
                <a:cs typeface="Epilogue"/>
                <a:sym typeface="Epilogue"/>
              </a:rPr>
              <a:t>Delivery Distributions</a:t>
            </a:r>
            <a:endParaRPr sz="800" u="sng">
              <a:latin typeface="Epilogue"/>
              <a:ea typeface="Epilogue"/>
              <a:cs typeface="Epilogue"/>
              <a:sym typeface="Epilogue"/>
            </a:endParaRPr>
          </a:p>
          <a:p>
            <a:pPr indent="-279400" lvl="1" marL="914400" rtl="0" algn="l">
              <a:lnSpc>
                <a:spcPct val="140001"/>
              </a:lnSpc>
              <a:spcBef>
                <a:spcPts val="0"/>
              </a:spcBef>
              <a:spcAft>
                <a:spcPts val="0"/>
              </a:spcAft>
              <a:buSzPts val="800"/>
              <a:buFont typeface="Epilogue"/>
              <a:buChar char="○"/>
            </a:pPr>
            <a:r>
              <a:rPr lang="en-US" sz="800">
                <a:latin typeface="Epilogue"/>
                <a:ea typeface="Epilogue"/>
                <a:cs typeface="Epilogue"/>
                <a:sym typeface="Epilogue"/>
              </a:rPr>
              <a:t>Fulfillment Segmentation: </a:t>
            </a:r>
            <a:endParaRPr sz="800">
              <a:latin typeface="Epilogue"/>
              <a:ea typeface="Epilogue"/>
              <a:cs typeface="Epilogue"/>
              <a:sym typeface="Epilogue"/>
            </a:endParaRPr>
          </a:p>
          <a:p>
            <a:pPr indent="-279400" lvl="2" marL="1371600" rtl="0" algn="l">
              <a:lnSpc>
                <a:spcPct val="140001"/>
              </a:lnSpc>
              <a:spcBef>
                <a:spcPts val="0"/>
              </a:spcBef>
              <a:spcAft>
                <a:spcPts val="0"/>
              </a:spcAft>
              <a:buSzPts val="800"/>
              <a:buFont typeface="Epilogue"/>
              <a:buChar char="■"/>
            </a:pPr>
            <a:r>
              <a:rPr lang="en-US" sz="800">
                <a:latin typeface="Epilogue"/>
                <a:ea typeface="Epilogue"/>
                <a:cs typeface="Epilogue"/>
                <a:sym typeface="Epilogue"/>
              </a:rPr>
              <a:t>In-store purchases account for </a:t>
            </a:r>
            <a:r>
              <a:rPr i="1" lang="en-US" sz="800">
                <a:latin typeface="Epilogue"/>
                <a:ea typeface="Epilogue"/>
                <a:cs typeface="Epilogue"/>
                <a:sym typeface="Epilogue"/>
              </a:rPr>
              <a:t>79.06% of all transactions (49,719 orders)</a:t>
            </a:r>
            <a:r>
              <a:rPr lang="en-US" sz="800">
                <a:latin typeface="Epilogue"/>
                <a:ea typeface="Epilogue"/>
                <a:cs typeface="Epilogue"/>
                <a:sym typeface="Epilogue"/>
              </a:rPr>
              <a:t>, which are fulfilled immediately in-store.</a:t>
            </a:r>
            <a:endParaRPr sz="800">
              <a:latin typeface="Epilogue"/>
              <a:ea typeface="Epilogue"/>
              <a:cs typeface="Epilogue"/>
              <a:sym typeface="Epilogue"/>
            </a:endParaRPr>
          </a:p>
          <a:p>
            <a:pPr indent="-279400" lvl="1" marL="914400" rtl="0" algn="l">
              <a:lnSpc>
                <a:spcPct val="140001"/>
              </a:lnSpc>
              <a:spcBef>
                <a:spcPts val="0"/>
              </a:spcBef>
              <a:spcAft>
                <a:spcPts val="0"/>
              </a:spcAft>
              <a:buSzPts val="800"/>
              <a:buFont typeface="Epilogue"/>
              <a:buChar char="○"/>
            </a:pPr>
            <a:r>
              <a:rPr lang="en-US" sz="800">
                <a:latin typeface="Epilogue"/>
                <a:ea typeface="Epilogue"/>
                <a:cs typeface="Epilogue"/>
                <a:sym typeface="Epilogue"/>
              </a:rPr>
              <a:t>Right-Skewed Online Fulfillment: </a:t>
            </a:r>
            <a:endParaRPr sz="800">
              <a:latin typeface="Epilogue"/>
              <a:ea typeface="Epilogue"/>
              <a:cs typeface="Epilogue"/>
              <a:sym typeface="Epilogue"/>
            </a:endParaRPr>
          </a:p>
          <a:p>
            <a:pPr indent="-279400" lvl="2" marL="1371600" rtl="0" algn="l">
              <a:lnSpc>
                <a:spcPct val="140001"/>
              </a:lnSpc>
              <a:spcBef>
                <a:spcPts val="0"/>
              </a:spcBef>
              <a:spcAft>
                <a:spcPts val="0"/>
              </a:spcAft>
              <a:buSzPts val="800"/>
              <a:buFont typeface="Epilogue"/>
              <a:buChar char="■"/>
            </a:pPr>
            <a:r>
              <a:rPr lang="en-US" sz="800">
                <a:latin typeface="Epilogue"/>
                <a:ea typeface="Epilogue"/>
                <a:cs typeface="Epilogue"/>
                <a:sym typeface="Epilogue"/>
              </a:rPr>
              <a:t>Among the remaining 13,165 delivered orders, shipping durations range from </a:t>
            </a:r>
            <a:r>
              <a:rPr i="1" lang="en-US" sz="800">
                <a:latin typeface="Epilogue"/>
                <a:ea typeface="Epilogue"/>
                <a:cs typeface="Epilogue"/>
                <a:sym typeface="Epilogue"/>
              </a:rPr>
              <a:t>1 to 17 days</a:t>
            </a:r>
            <a:r>
              <a:rPr lang="en-US" sz="800">
                <a:latin typeface="Epilogue"/>
                <a:ea typeface="Epilogue"/>
                <a:cs typeface="Epilogue"/>
                <a:sym typeface="Epilogue"/>
              </a:rPr>
              <a:t>, with an average duration of </a:t>
            </a:r>
            <a:r>
              <a:rPr i="1" lang="en-US" sz="800">
                <a:latin typeface="Epilogue"/>
                <a:ea typeface="Epilogue"/>
                <a:cs typeface="Epilogue"/>
                <a:sym typeface="Epilogue"/>
              </a:rPr>
              <a:t>4.5 days (Please refer to the output of cell 61 of the Jupytr Notebook for reference)</a:t>
            </a:r>
            <a:r>
              <a:rPr lang="en-US" sz="800">
                <a:latin typeface="Epilogue"/>
                <a:ea typeface="Epilogue"/>
                <a:cs typeface="Epilogue"/>
                <a:sym typeface="Epilogue"/>
              </a:rPr>
              <a:t> and a large concentration of orders fullfilled within </a:t>
            </a:r>
            <a:r>
              <a:rPr i="1" lang="en-US" sz="800">
                <a:latin typeface="Epilogue"/>
                <a:ea typeface="Epilogue"/>
                <a:cs typeface="Epilogue"/>
                <a:sym typeface="Epilogue"/>
              </a:rPr>
              <a:t>3 to 5 days</a:t>
            </a:r>
            <a:r>
              <a:rPr lang="en-US" sz="800">
                <a:latin typeface="Epilogue"/>
                <a:ea typeface="Epilogue"/>
                <a:cs typeface="Epilogue"/>
                <a:sym typeface="Epilogue"/>
              </a:rPr>
              <a:t>. </a:t>
            </a:r>
            <a:endParaRPr sz="800">
              <a:latin typeface="Epilogue"/>
              <a:ea typeface="Epilogue"/>
              <a:cs typeface="Epilogue"/>
              <a:sym typeface="Epilogue"/>
            </a:endParaRPr>
          </a:p>
          <a:p>
            <a:pPr indent="-279400" lvl="1" marL="914400" rtl="0" algn="l">
              <a:lnSpc>
                <a:spcPct val="140001"/>
              </a:lnSpc>
              <a:spcBef>
                <a:spcPts val="0"/>
              </a:spcBef>
              <a:spcAft>
                <a:spcPts val="0"/>
              </a:spcAft>
              <a:buSzPts val="800"/>
              <a:buFont typeface="Epilogue"/>
              <a:buChar char="○"/>
            </a:pPr>
            <a:r>
              <a:rPr lang="en-US" sz="800">
                <a:latin typeface="Epilogue"/>
                <a:ea typeface="Epilogue"/>
                <a:cs typeface="Epilogue"/>
                <a:sym typeface="Epilogue"/>
              </a:rPr>
              <a:t>The "Long Tail" Bottleneck: </a:t>
            </a:r>
            <a:endParaRPr sz="800">
              <a:latin typeface="Epilogue"/>
              <a:ea typeface="Epilogue"/>
              <a:cs typeface="Epilogue"/>
              <a:sym typeface="Epilogue"/>
            </a:endParaRPr>
          </a:p>
          <a:p>
            <a:pPr indent="-279400" lvl="2" marL="1371600" rtl="0" algn="l">
              <a:lnSpc>
                <a:spcPct val="140001"/>
              </a:lnSpc>
              <a:spcBef>
                <a:spcPts val="0"/>
              </a:spcBef>
              <a:spcAft>
                <a:spcPts val="0"/>
              </a:spcAft>
              <a:buSzPts val="800"/>
              <a:buFont typeface="Epilogue"/>
              <a:buChar char="■"/>
            </a:pPr>
            <a:r>
              <a:rPr lang="en-US" sz="800">
                <a:latin typeface="Epilogue"/>
                <a:ea typeface="Epilogue"/>
                <a:cs typeface="Epilogue"/>
                <a:sym typeface="Epilogue"/>
              </a:rPr>
              <a:t>The distribution displays a pronounced positive skewness. While the majority of packages arrive within 5 business days, an extended right tail stretching up to 17 days shows that the logistical network has some inefficiency.</a:t>
            </a:r>
            <a:endParaRPr sz="900">
              <a:latin typeface="Epilogue"/>
              <a:ea typeface="Epilogue"/>
              <a:cs typeface="Epilogue"/>
              <a:sym typeface="Epilogu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7"/>
          <p:cNvSpPr/>
          <p:nvPr/>
        </p:nvSpPr>
        <p:spPr>
          <a:xfrm>
            <a:off x="476280" y="380880"/>
            <a:ext cx="8191200" cy="36150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b="1" lang="en-US" sz="2040" u="sng">
                <a:solidFill>
                  <a:srgbClr val="35363B"/>
                </a:solidFill>
                <a:latin typeface="Epilogue"/>
                <a:ea typeface="Epilogue"/>
                <a:cs typeface="Epilogue"/>
                <a:sym typeface="Epilogue"/>
              </a:rPr>
              <a:t>Conclusions</a:t>
            </a:r>
            <a:endParaRPr b="1" sz="2040" u="sng">
              <a:solidFill>
                <a:srgbClr val="35363B"/>
              </a:solidFill>
              <a:latin typeface="Epilogue"/>
              <a:ea typeface="Epilogue"/>
              <a:cs typeface="Epilogue"/>
              <a:sym typeface="Epilogue"/>
            </a:endParaRPr>
          </a:p>
        </p:txBody>
      </p:sp>
      <p:sp>
        <p:nvSpPr>
          <p:cNvPr id="311" name="Google Shape;311;p17"/>
          <p:cNvSpPr/>
          <p:nvPr/>
        </p:nvSpPr>
        <p:spPr>
          <a:xfrm>
            <a:off x="476475" y="798225"/>
            <a:ext cx="8191200" cy="4158300"/>
          </a:xfrm>
          <a:prstGeom prst="rect">
            <a:avLst/>
          </a:prstGeom>
          <a:noFill/>
          <a:ln>
            <a:noFill/>
          </a:ln>
        </p:spPr>
        <p:txBody>
          <a:bodyPr anchorCtr="0" anchor="t" bIns="45700" lIns="91425" spcFirstLastPara="1" rIns="91425" wrap="square" tIns="45700">
            <a:noAutofit/>
          </a:bodyPr>
          <a:lstStyle/>
          <a:p>
            <a:pPr indent="-292100" lvl="0" marL="457200" marR="0" rtl="0" algn="l">
              <a:lnSpc>
                <a:spcPct val="140001"/>
              </a:lnSpc>
              <a:spcBef>
                <a:spcPts val="0"/>
              </a:spcBef>
              <a:spcAft>
                <a:spcPts val="0"/>
              </a:spcAft>
              <a:buSzPts val="1000"/>
              <a:buFont typeface="Epilogue"/>
              <a:buChar char="●"/>
            </a:pPr>
            <a:r>
              <a:rPr lang="en-US" sz="1000" u="sng">
                <a:latin typeface="Epilogue"/>
                <a:ea typeface="Epilogue"/>
                <a:cs typeface="Epilogue"/>
                <a:sym typeface="Epilogue"/>
              </a:rPr>
              <a:t>4. Statistical Inference</a:t>
            </a:r>
            <a:endParaRPr sz="1000" u="sng">
              <a:latin typeface="Epilogue"/>
              <a:ea typeface="Epilogue"/>
              <a:cs typeface="Epilogue"/>
              <a:sym typeface="Epilogue"/>
            </a:endParaRPr>
          </a:p>
          <a:p>
            <a:pPr indent="-292100" lvl="1" marL="914400" marR="0" rtl="0" algn="l">
              <a:lnSpc>
                <a:spcPct val="140001"/>
              </a:lnSpc>
              <a:spcBef>
                <a:spcPts val="0"/>
              </a:spcBef>
              <a:spcAft>
                <a:spcPts val="0"/>
              </a:spcAft>
              <a:buSzPts val="1000"/>
              <a:buFont typeface="Epilogue"/>
              <a:buChar char="○"/>
            </a:pPr>
            <a:r>
              <a:rPr lang="en-US" sz="1000">
                <a:latin typeface="Epilogue"/>
                <a:ea typeface="Epilogue"/>
                <a:cs typeface="Epilogue"/>
                <a:sym typeface="Epilogue"/>
              </a:rPr>
              <a:t>2 sample hypothesis testing results: </a:t>
            </a:r>
            <a:endParaRPr sz="1000">
              <a:latin typeface="Epilogue"/>
              <a:ea typeface="Epilogue"/>
              <a:cs typeface="Epilogue"/>
              <a:sym typeface="Epilogue"/>
            </a:endParaRPr>
          </a:p>
          <a:p>
            <a:pPr indent="-292100" lvl="2" marL="1371600" marR="0" rtl="0" algn="l">
              <a:lnSpc>
                <a:spcPct val="140001"/>
              </a:lnSpc>
              <a:spcBef>
                <a:spcPts val="0"/>
              </a:spcBef>
              <a:spcAft>
                <a:spcPts val="0"/>
              </a:spcAft>
              <a:buSzPts val="1000"/>
              <a:buFont typeface="Epilogue"/>
              <a:buChar char="■"/>
            </a:pPr>
            <a:r>
              <a:rPr lang="en-US" sz="1000">
                <a:latin typeface="Epilogue"/>
                <a:ea typeface="Epilogue"/>
                <a:cs typeface="Epilogue"/>
                <a:sym typeface="Epilogue"/>
              </a:rPr>
              <a:t>Welch’s two-sample t-test evaluated order spend between online and in-store purchases:</a:t>
            </a:r>
            <a:endParaRPr sz="1000">
              <a:latin typeface="Epilogue"/>
              <a:ea typeface="Epilogue"/>
              <a:cs typeface="Epilogue"/>
              <a:sym typeface="Epilogue"/>
            </a:endParaRPr>
          </a:p>
          <a:p>
            <a:pPr indent="-292100" lvl="3" marL="1828800" marR="0" rtl="0" algn="l">
              <a:lnSpc>
                <a:spcPct val="140001"/>
              </a:lnSpc>
              <a:spcBef>
                <a:spcPts val="0"/>
              </a:spcBef>
              <a:spcAft>
                <a:spcPts val="0"/>
              </a:spcAft>
              <a:buSzPts val="1000"/>
              <a:buFont typeface="Epilogue"/>
              <a:buChar char="●"/>
            </a:pPr>
            <a:r>
              <a:rPr lang="en-US" sz="1000">
                <a:latin typeface="Epilogue"/>
                <a:ea typeface="Epilogue"/>
                <a:cs typeface="Epilogue"/>
                <a:sym typeface="Epilogue"/>
              </a:rPr>
              <a:t>In-Store Mean Spend: $892.04</a:t>
            </a:r>
            <a:endParaRPr sz="1000">
              <a:latin typeface="Epilogue"/>
              <a:ea typeface="Epilogue"/>
              <a:cs typeface="Epilogue"/>
              <a:sym typeface="Epilogue"/>
            </a:endParaRPr>
          </a:p>
          <a:p>
            <a:pPr indent="-292100" lvl="3" marL="1828800" marR="0" rtl="0" algn="l">
              <a:lnSpc>
                <a:spcPct val="140001"/>
              </a:lnSpc>
              <a:spcBef>
                <a:spcPts val="0"/>
              </a:spcBef>
              <a:spcAft>
                <a:spcPts val="0"/>
              </a:spcAft>
              <a:buSzPts val="1000"/>
              <a:buFont typeface="Epilogue"/>
              <a:buChar char="●"/>
            </a:pPr>
            <a:r>
              <a:rPr lang="en-US" sz="1000">
                <a:latin typeface="Epilogue"/>
                <a:ea typeface="Epilogue"/>
                <a:cs typeface="Epilogue"/>
                <a:sym typeface="Epilogue"/>
              </a:rPr>
              <a:t>Online Mean Spend: $866.26</a:t>
            </a:r>
            <a:endParaRPr sz="1000">
              <a:latin typeface="Epilogue"/>
              <a:ea typeface="Epilogue"/>
              <a:cs typeface="Epilogue"/>
              <a:sym typeface="Epilogue"/>
            </a:endParaRPr>
          </a:p>
          <a:p>
            <a:pPr indent="-292100" lvl="3" marL="1828800" marR="0" rtl="0" algn="l">
              <a:lnSpc>
                <a:spcPct val="140001"/>
              </a:lnSpc>
              <a:spcBef>
                <a:spcPts val="0"/>
              </a:spcBef>
              <a:spcAft>
                <a:spcPts val="0"/>
              </a:spcAft>
              <a:buSzPts val="1000"/>
              <a:buFont typeface="Epilogue"/>
              <a:buChar char="●"/>
            </a:pPr>
            <a:r>
              <a:rPr lang="en-US" sz="1000">
                <a:latin typeface="Epilogue"/>
                <a:ea typeface="Epilogue"/>
                <a:cs typeface="Epilogue"/>
                <a:sym typeface="Epilogue"/>
              </a:rPr>
              <a:t>t-statistic = 1.6398 </a:t>
            </a:r>
            <a:endParaRPr sz="1000">
              <a:latin typeface="Epilogue"/>
              <a:ea typeface="Epilogue"/>
              <a:cs typeface="Epilogue"/>
              <a:sym typeface="Epilogue"/>
            </a:endParaRPr>
          </a:p>
          <a:p>
            <a:pPr indent="-292100" lvl="3" marL="1828800" marR="0" rtl="0" algn="l">
              <a:lnSpc>
                <a:spcPct val="140001"/>
              </a:lnSpc>
              <a:spcBef>
                <a:spcPts val="0"/>
              </a:spcBef>
              <a:spcAft>
                <a:spcPts val="0"/>
              </a:spcAft>
              <a:buSzPts val="1000"/>
              <a:buFont typeface="Epilogue"/>
              <a:buChar char="●"/>
            </a:pPr>
            <a:r>
              <a:rPr lang="en-US" sz="1000">
                <a:latin typeface="Epilogue"/>
                <a:ea typeface="Epilogue"/>
                <a:cs typeface="Epilogue"/>
                <a:sym typeface="Epilogue"/>
              </a:rPr>
              <a:t>p-value = 0.10107</a:t>
            </a:r>
            <a:endParaRPr sz="1000">
              <a:latin typeface="Epilogue"/>
              <a:ea typeface="Epilogue"/>
              <a:cs typeface="Epilogue"/>
              <a:sym typeface="Epilogue"/>
            </a:endParaRPr>
          </a:p>
          <a:p>
            <a:pPr indent="-292100" lvl="2" marL="1371600" marR="0" rtl="0" algn="l">
              <a:lnSpc>
                <a:spcPct val="140001"/>
              </a:lnSpc>
              <a:spcBef>
                <a:spcPts val="0"/>
              </a:spcBef>
              <a:spcAft>
                <a:spcPts val="0"/>
              </a:spcAft>
              <a:buSzPts val="1000"/>
              <a:buFont typeface="Epilogue"/>
              <a:buChar char="■"/>
            </a:pPr>
            <a:r>
              <a:rPr lang="en-US" sz="1000">
                <a:latin typeface="Epilogue"/>
                <a:ea typeface="Epilogue"/>
                <a:cs typeface="Epilogue"/>
                <a:sym typeface="Epilogue"/>
              </a:rPr>
              <a:t>  Because p &gt; 0.05, we fail to reject the null hypothesis H0. There is </a:t>
            </a:r>
            <a:r>
              <a:rPr i="1" lang="en-US" sz="1000">
                <a:latin typeface="Epilogue"/>
                <a:ea typeface="Epilogue"/>
                <a:cs typeface="Epilogue"/>
                <a:sym typeface="Epilogue"/>
              </a:rPr>
              <a:t>no statistically significant differenc</a:t>
            </a:r>
            <a:r>
              <a:rPr lang="en-US" sz="1000">
                <a:latin typeface="Epilogue"/>
                <a:ea typeface="Epilogue"/>
                <a:cs typeface="Epilogue"/>
                <a:sym typeface="Epilogue"/>
              </a:rPr>
              <a:t>e in average spend across physical stores and the digital store. Customers exhibit equivalent spending power regardless of the purchase channel, indicating consistent customer intent across platforms.</a:t>
            </a:r>
            <a:endParaRPr sz="1000">
              <a:latin typeface="Epilogue"/>
              <a:ea typeface="Epilogue"/>
              <a:cs typeface="Epilogue"/>
              <a:sym typeface="Epilogue"/>
            </a:endParaRPr>
          </a:p>
          <a:p>
            <a:pPr indent="-292100" lvl="1" marL="914400" marR="0" rtl="0" algn="l">
              <a:lnSpc>
                <a:spcPct val="140001"/>
              </a:lnSpc>
              <a:spcBef>
                <a:spcPts val="0"/>
              </a:spcBef>
              <a:spcAft>
                <a:spcPts val="0"/>
              </a:spcAft>
              <a:buSzPts val="1000"/>
              <a:buFont typeface="Epilogue"/>
              <a:buChar char="○"/>
            </a:pPr>
            <a:r>
              <a:rPr lang="en-US" sz="1000">
                <a:latin typeface="Epilogue"/>
                <a:ea typeface="Epilogue"/>
                <a:cs typeface="Epilogue"/>
                <a:sym typeface="Epilogue"/>
              </a:rPr>
              <a:t>One-way ANOVA hypothesis testing results:</a:t>
            </a:r>
            <a:endParaRPr sz="1000">
              <a:latin typeface="Epilogue"/>
              <a:ea typeface="Epilogue"/>
              <a:cs typeface="Epilogue"/>
              <a:sym typeface="Epilogue"/>
            </a:endParaRPr>
          </a:p>
          <a:p>
            <a:pPr indent="-292100" lvl="2" marL="1371600" marR="0" rtl="0" algn="l">
              <a:lnSpc>
                <a:spcPct val="140001"/>
              </a:lnSpc>
              <a:spcBef>
                <a:spcPts val="0"/>
              </a:spcBef>
              <a:spcAft>
                <a:spcPts val="0"/>
              </a:spcAft>
              <a:buSzPts val="1000"/>
              <a:buFont typeface="Epilogue"/>
              <a:buChar char="■"/>
            </a:pPr>
            <a:r>
              <a:rPr lang="en-US" sz="1000">
                <a:latin typeface="Epilogue"/>
                <a:ea typeface="Epilogue"/>
                <a:cs typeface="Epilogue"/>
                <a:sym typeface="Epilogue"/>
              </a:rPr>
              <a:t>One-way ANOVA evaluated order quantities across product categories:</a:t>
            </a:r>
            <a:endParaRPr sz="1000">
              <a:latin typeface="Epilogue"/>
              <a:ea typeface="Epilogue"/>
              <a:cs typeface="Epilogue"/>
              <a:sym typeface="Epilogue"/>
            </a:endParaRPr>
          </a:p>
          <a:p>
            <a:pPr indent="-292100" lvl="3" marL="1828800" marR="0" rtl="0" algn="l">
              <a:lnSpc>
                <a:spcPct val="140001"/>
              </a:lnSpc>
              <a:spcBef>
                <a:spcPts val="0"/>
              </a:spcBef>
              <a:spcAft>
                <a:spcPts val="0"/>
              </a:spcAft>
              <a:buSzPts val="1000"/>
              <a:buFont typeface="Epilogue"/>
              <a:buChar char="●"/>
            </a:pPr>
            <a:r>
              <a:rPr lang="en-US" sz="1000">
                <a:latin typeface="Epilogue"/>
                <a:ea typeface="Epilogue"/>
                <a:cs typeface="Epilogue"/>
                <a:sym typeface="Epilogue"/>
              </a:rPr>
              <a:t>F-statistic: 1.3247</a:t>
            </a:r>
            <a:endParaRPr sz="1000">
              <a:latin typeface="Epilogue"/>
              <a:ea typeface="Epilogue"/>
              <a:cs typeface="Epilogue"/>
              <a:sym typeface="Epilogue"/>
            </a:endParaRPr>
          </a:p>
          <a:p>
            <a:pPr indent="-292100" lvl="3" marL="1828800" marR="0" rtl="0" algn="l">
              <a:lnSpc>
                <a:spcPct val="140001"/>
              </a:lnSpc>
              <a:spcBef>
                <a:spcPts val="0"/>
              </a:spcBef>
              <a:spcAft>
                <a:spcPts val="0"/>
              </a:spcAft>
              <a:buSzPts val="1000"/>
              <a:buFont typeface="Epilogue"/>
              <a:buChar char="●"/>
            </a:pPr>
            <a:r>
              <a:rPr lang="en-US" sz="1000">
                <a:latin typeface="Epilogue"/>
                <a:ea typeface="Epilogue"/>
                <a:cs typeface="Epilogue"/>
                <a:sym typeface="Epilogue"/>
              </a:rPr>
              <a:t>p-value = 0.23367</a:t>
            </a:r>
            <a:endParaRPr sz="1000">
              <a:latin typeface="Epilogue"/>
              <a:ea typeface="Epilogue"/>
              <a:cs typeface="Epilogue"/>
              <a:sym typeface="Epilogue"/>
            </a:endParaRPr>
          </a:p>
          <a:p>
            <a:pPr indent="-292100" lvl="2" marL="1371600" marR="0" rtl="0" algn="l">
              <a:lnSpc>
                <a:spcPct val="140001"/>
              </a:lnSpc>
              <a:spcBef>
                <a:spcPts val="0"/>
              </a:spcBef>
              <a:spcAft>
                <a:spcPts val="0"/>
              </a:spcAft>
              <a:buSzPts val="1000"/>
              <a:buFont typeface="Epilogue"/>
              <a:buChar char="■"/>
            </a:pPr>
            <a:r>
              <a:rPr lang="en-US" sz="1000">
                <a:latin typeface="Epilogue"/>
                <a:ea typeface="Epilogue"/>
                <a:cs typeface="Epilogue"/>
                <a:sym typeface="Epilogue"/>
              </a:rPr>
              <a:t>  Because p &gt; 0.05, we fail to reject the null hypothesis H0. There is </a:t>
            </a:r>
            <a:r>
              <a:rPr i="1" lang="en-US" sz="1000">
                <a:latin typeface="Epilogue"/>
                <a:ea typeface="Epilogue"/>
                <a:cs typeface="Epilogue"/>
                <a:sym typeface="Epilogue"/>
              </a:rPr>
              <a:t>no statistically significant difference</a:t>
            </a:r>
            <a:r>
              <a:rPr lang="en-US" sz="1000">
                <a:latin typeface="Epilogue"/>
                <a:ea typeface="Epilogue"/>
                <a:cs typeface="Epilogue"/>
                <a:sym typeface="Epilogue"/>
              </a:rPr>
              <a:t> in order quantities across the different product categories. Customers show no significant favour towards any particular category indicating consistent customer </a:t>
            </a:r>
            <a:r>
              <a:rPr lang="en-US" sz="1000">
                <a:latin typeface="Epilogue"/>
                <a:ea typeface="Epilogue"/>
                <a:cs typeface="Epilogue"/>
                <a:sym typeface="Epilogue"/>
              </a:rPr>
              <a:t>consumption</a:t>
            </a:r>
            <a:r>
              <a:rPr lang="en-US" sz="1000">
                <a:latin typeface="Epilogue"/>
                <a:ea typeface="Epilogue"/>
                <a:cs typeface="Epilogue"/>
                <a:sym typeface="Epilogue"/>
              </a:rPr>
              <a:t> across product categories.</a:t>
            </a:r>
            <a:endParaRPr sz="1000">
              <a:latin typeface="Epilogue"/>
              <a:ea typeface="Epilogue"/>
              <a:cs typeface="Epilogue"/>
              <a:sym typeface="Epilogue"/>
            </a:endParaRPr>
          </a:p>
          <a:p>
            <a:pPr indent="0" lvl="0" marL="457200" marR="0" rtl="0" algn="ctr">
              <a:lnSpc>
                <a:spcPct val="140001"/>
              </a:lnSpc>
              <a:spcBef>
                <a:spcPts val="0"/>
              </a:spcBef>
              <a:spcAft>
                <a:spcPts val="0"/>
              </a:spcAft>
              <a:buNone/>
            </a:pPr>
            <a:r>
              <a:t/>
            </a:r>
            <a:endParaRPr b="1" i="1" sz="800" u="sng">
              <a:latin typeface="Epilogue"/>
              <a:ea typeface="Epilogue"/>
              <a:cs typeface="Epilogue"/>
              <a:sym typeface="Epilogue"/>
            </a:endParaRPr>
          </a:p>
          <a:p>
            <a:pPr indent="0" lvl="0" marL="457200" marR="0" rtl="0" algn="ctr">
              <a:lnSpc>
                <a:spcPct val="140001"/>
              </a:lnSpc>
              <a:spcBef>
                <a:spcPts val="0"/>
              </a:spcBef>
              <a:spcAft>
                <a:spcPts val="0"/>
              </a:spcAft>
              <a:buNone/>
            </a:pPr>
            <a:r>
              <a:rPr b="1" i="1" lang="en-US" sz="800" u="sng">
                <a:latin typeface="Epilogue"/>
                <a:ea typeface="Epilogue"/>
                <a:cs typeface="Epilogue"/>
                <a:sym typeface="Epilogue"/>
              </a:rPr>
              <a:t>END</a:t>
            </a:r>
            <a:br>
              <a:rPr lang="en-US" sz="800" u="sng">
                <a:latin typeface="Epilogue"/>
                <a:ea typeface="Epilogue"/>
                <a:cs typeface="Epilogue"/>
                <a:sym typeface="Epilogue"/>
              </a:rPr>
            </a:br>
            <a:endParaRPr i="0" sz="800" u="sng" cap="none" strike="noStrike">
              <a:solidFill>
                <a:srgbClr val="000000"/>
              </a:solidFill>
              <a:latin typeface="Epilogue"/>
              <a:ea typeface="Epilogue"/>
              <a:cs typeface="Epilogue"/>
              <a:sym typeface="Epilogu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8"/>
          <p:cNvSpPr/>
          <p:nvPr/>
        </p:nvSpPr>
        <p:spPr>
          <a:xfrm>
            <a:off x="476280" y="380880"/>
            <a:ext cx="8191080" cy="361440"/>
          </a:xfrm>
          <a:prstGeom prst="rect">
            <a:avLst/>
          </a:prstGeom>
          <a:noFill/>
          <a:ln>
            <a:noFill/>
          </a:ln>
        </p:spPr>
        <p:txBody>
          <a:bodyPr anchorCtr="0" anchor="t" bIns="45700" lIns="91425" spcFirstLastPara="1" rIns="91425" wrap="square" tIns="45700">
            <a:noAutofit/>
          </a:bodyPr>
          <a:lstStyle/>
          <a:p>
            <a:pPr indent="0" lvl="0" marL="0" marR="0" rtl="0" algn="l">
              <a:lnSpc>
                <a:spcPct val="80001"/>
              </a:lnSpc>
              <a:spcBef>
                <a:spcPts val="0"/>
              </a:spcBef>
              <a:spcAft>
                <a:spcPts val="0"/>
              </a:spcAft>
              <a:buNone/>
            </a:pPr>
            <a:r>
              <a:rPr b="1" lang="en-US" sz="2040" u="sng">
                <a:solidFill>
                  <a:srgbClr val="35363B"/>
                </a:solidFill>
                <a:latin typeface="Epilogue"/>
                <a:ea typeface="Epilogue"/>
                <a:cs typeface="Epilogue"/>
                <a:sym typeface="Epilogue"/>
              </a:rPr>
              <a:t>References</a:t>
            </a:r>
            <a:endParaRPr b="1" sz="2040" u="sng">
              <a:solidFill>
                <a:srgbClr val="35363B"/>
              </a:solidFill>
              <a:latin typeface="Epilogue"/>
              <a:ea typeface="Epilogue"/>
              <a:cs typeface="Epilogue"/>
              <a:sym typeface="Epilogue"/>
            </a:endParaRPr>
          </a:p>
        </p:txBody>
      </p:sp>
      <p:sp>
        <p:nvSpPr>
          <p:cNvPr id="317" name="Google Shape;317;p18"/>
          <p:cNvSpPr/>
          <p:nvPr/>
        </p:nvSpPr>
        <p:spPr>
          <a:xfrm>
            <a:off x="476475" y="798225"/>
            <a:ext cx="8191200" cy="4158300"/>
          </a:xfrm>
          <a:prstGeom prst="rect">
            <a:avLst/>
          </a:prstGeom>
          <a:noFill/>
          <a:ln>
            <a:noFill/>
          </a:ln>
        </p:spPr>
        <p:txBody>
          <a:bodyPr anchorCtr="0" anchor="t" bIns="45700" lIns="91425" spcFirstLastPara="1" rIns="91425" wrap="square" tIns="45700">
            <a:noAutofit/>
          </a:bodyPr>
          <a:lstStyle/>
          <a:p>
            <a:pPr indent="0" lvl="0" marL="0" marR="0" rtl="0" algn="l">
              <a:lnSpc>
                <a:spcPct val="140001"/>
              </a:lnSpc>
              <a:spcBef>
                <a:spcPts val="0"/>
              </a:spcBef>
              <a:spcAft>
                <a:spcPts val="0"/>
              </a:spcAft>
              <a:buNone/>
            </a:pPr>
            <a:r>
              <a:rPr lang="en-US" sz="1100" u="sng">
                <a:latin typeface="Noto Sans Symbols"/>
                <a:ea typeface="Noto Sans Symbols"/>
                <a:cs typeface="Noto Sans Symbols"/>
                <a:sym typeface="Noto Sans Symbols"/>
              </a:rPr>
              <a:t>Websites and articles:</a:t>
            </a:r>
            <a:endParaRPr sz="1100" u="sng">
              <a:latin typeface="Noto Sans Symbols"/>
              <a:ea typeface="Noto Sans Symbols"/>
              <a:cs typeface="Noto Sans Symbols"/>
              <a:sym typeface="Noto Sans Symbols"/>
            </a:endParaRPr>
          </a:p>
          <a:p>
            <a:pPr indent="-298450" lvl="0" marL="457200" marR="0" rtl="0" algn="l">
              <a:lnSpc>
                <a:spcPct val="140001"/>
              </a:lnSpc>
              <a:spcBef>
                <a:spcPts val="0"/>
              </a:spcBef>
              <a:spcAft>
                <a:spcPts val="0"/>
              </a:spcAft>
              <a:buSzPts val="1100"/>
              <a:buFont typeface="Noto Sans Symbols"/>
              <a:buChar char="●"/>
            </a:pPr>
            <a:r>
              <a:rPr lang="en-US" sz="1100" u="sng">
                <a:solidFill>
                  <a:schemeClr val="hlink"/>
                </a:solidFill>
                <a:latin typeface="Noto Sans Symbols"/>
                <a:ea typeface="Noto Sans Symbols"/>
                <a:cs typeface="Noto Sans Symbols"/>
                <a:sym typeface="Noto Sans Symbols"/>
                <a:hlinkClick r:id="rId3"/>
              </a:rPr>
              <a:t>Global Electronics Retailer</a:t>
            </a:r>
            <a:r>
              <a:rPr lang="en-US" sz="1100" u="sng">
                <a:latin typeface="Noto Sans Symbols"/>
                <a:ea typeface="Noto Sans Symbols"/>
                <a:cs typeface="Noto Sans Symbols"/>
                <a:sym typeface="Noto Sans Symbols"/>
              </a:rPr>
              <a:t> </a:t>
            </a:r>
            <a:r>
              <a:rPr lang="en-US" sz="1100">
                <a:latin typeface="Noto Sans Symbols"/>
                <a:ea typeface="Noto Sans Symbols"/>
                <a:cs typeface="Noto Sans Symbols"/>
                <a:sym typeface="Noto Sans Symbols"/>
              </a:rPr>
              <a:t>- Dataset used</a:t>
            </a:r>
            <a:endParaRPr sz="1100">
              <a:latin typeface="Noto Sans Symbols"/>
              <a:ea typeface="Noto Sans Symbols"/>
              <a:cs typeface="Noto Sans Symbols"/>
              <a:sym typeface="Noto Sans Symbols"/>
            </a:endParaRPr>
          </a:p>
          <a:p>
            <a:pPr indent="-298450" lvl="0" marL="457200" marR="0" rtl="0" algn="l">
              <a:lnSpc>
                <a:spcPct val="140001"/>
              </a:lnSpc>
              <a:spcBef>
                <a:spcPts val="0"/>
              </a:spcBef>
              <a:spcAft>
                <a:spcPts val="0"/>
              </a:spcAft>
              <a:buSzPts val="1100"/>
              <a:buFont typeface="Noto Sans Symbols"/>
              <a:buChar char="●"/>
            </a:pPr>
            <a:r>
              <a:rPr lang="en-US" sz="1100" u="sng">
                <a:solidFill>
                  <a:schemeClr val="hlink"/>
                </a:solidFill>
                <a:latin typeface="Noto Sans Symbols"/>
                <a:ea typeface="Noto Sans Symbols"/>
                <a:cs typeface="Noto Sans Symbols"/>
                <a:sym typeface="Noto Sans Symbols"/>
                <a:hlinkClick r:id="rId4"/>
              </a:rPr>
              <a:t>Perform a Sample T-Test in Python</a:t>
            </a:r>
            <a:r>
              <a:rPr lang="en-US" sz="1100" u="sng">
                <a:latin typeface="Noto Sans Symbols"/>
                <a:ea typeface="Noto Sans Symbols"/>
                <a:cs typeface="Noto Sans Symbols"/>
                <a:sym typeface="Noto Sans Symbols"/>
              </a:rPr>
              <a:t> </a:t>
            </a:r>
            <a:r>
              <a:rPr lang="en-US" sz="1100">
                <a:latin typeface="Noto Sans Symbols"/>
                <a:ea typeface="Noto Sans Symbols"/>
                <a:cs typeface="Noto Sans Symbols"/>
                <a:sym typeface="Noto Sans Symbols"/>
              </a:rPr>
              <a:t>- Guide on how to perform a 2 sample t-test (Section: "Perform a Two-Sample T-Test in Python")</a:t>
            </a:r>
            <a:endParaRPr sz="1100">
              <a:latin typeface="Noto Sans Symbols"/>
              <a:ea typeface="Noto Sans Symbols"/>
              <a:cs typeface="Noto Sans Symbols"/>
              <a:sym typeface="Noto Sans Symbols"/>
            </a:endParaRPr>
          </a:p>
          <a:p>
            <a:pPr indent="-298450" lvl="0" marL="457200" marR="0" rtl="0" algn="l">
              <a:lnSpc>
                <a:spcPct val="140001"/>
              </a:lnSpc>
              <a:spcBef>
                <a:spcPts val="0"/>
              </a:spcBef>
              <a:spcAft>
                <a:spcPts val="0"/>
              </a:spcAft>
              <a:buSzPts val="1100"/>
              <a:buFont typeface="Noto Sans Symbols"/>
              <a:buChar char="●"/>
            </a:pPr>
            <a:r>
              <a:rPr lang="en-US" sz="1100" u="sng">
                <a:solidFill>
                  <a:schemeClr val="hlink"/>
                </a:solidFill>
                <a:latin typeface="Noto Sans Symbols"/>
                <a:ea typeface="Noto Sans Symbols"/>
                <a:cs typeface="Noto Sans Symbols"/>
                <a:sym typeface="Noto Sans Symbols"/>
                <a:hlinkClick r:id="rId5"/>
              </a:rPr>
              <a:t>How to format axis-tick-label from number to thousands or Millions (125,436 to 125.4k)</a:t>
            </a:r>
            <a:r>
              <a:rPr lang="en-US" sz="1100" u="sng">
                <a:latin typeface="Noto Sans Symbols"/>
                <a:ea typeface="Noto Sans Symbols"/>
                <a:cs typeface="Noto Sans Symbols"/>
                <a:sym typeface="Noto Sans Symbols"/>
              </a:rPr>
              <a:t> </a:t>
            </a:r>
            <a:r>
              <a:rPr lang="en-US" sz="1100">
                <a:latin typeface="Noto Sans Symbols"/>
                <a:ea typeface="Noto Sans Symbols"/>
                <a:cs typeface="Noto Sans Symbols"/>
                <a:sym typeface="Noto Sans Symbols"/>
              </a:rPr>
              <a:t>- Stack Overflow forum on how to format axis tick labels</a:t>
            </a:r>
            <a:endParaRPr sz="1100">
              <a:latin typeface="Noto Sans Symbols"/>
              <a:ea typeface="Noto Sans Symbols"/>
              <a:cs typeface="Noto Sans Symbols"/>
              <a:sym typeface="Noto Sans Symbols"/>
            </a:endParaRPr>
          </a:p>
          <a:p>
            <a:pPr indent="0" lvl="0" marL="0" marR="0" rtl="0" algn="l">
              <a:lnSpc>
                <a:spcPct val="140001"/>
              </a:lnSpc>
              <a:spcBef>
                <a:spcPts val="0"/>
              </a:spcBef>
              <a:spcAft>
                <a:spcPts val="0"/>
              </a:spcAft>
              <a:buNone/>
            </a:pPr>
            <a:r>
              <a:rPr lang="en-US" sz="1100" u="sng">
                <a:latin typeface="Noto Sans Symbols"/>
                <a:ea typeface="Noto Sans Symbols"/>
                <a:cs typeface="Noto Sans Symbols"/>
                <a:sym typeface="Noto Sans Symbols"/>
              </a:rPr>
              <a:t>Python packages used:</a:t>
            </a:r>
            <a:endParaRPr sz="1100" u="sng">
              <a:latin typeface="Noto Sans Symbols"/>
              <a:ea typeface="Noto Sans Symbols"/>
              <a:cs typeface="Noto Sans Symbols"/>
              <a:sym typeface="Noto Sans Symbols"/>
            </a:endParaRPr>
          </a:p>
          <a:p>
            <a:pPr indent="-298450" lvl="0" marL="457200" marR="0" rtl="0" algn="l">
              <a:lnSpc>
                <a:spcPct val="140001"/>
              </a:lnSpc>
              <a:spcBef>
                <a:spcPts val="0"/>
              </a:spcBef>
              <a:spcAft>
                <a:spcPts val="0"/>
              </a:spcAft>
              <a:buSzPts val="1100"/>
              <a:buFont typeface="Noto Sans Symbols"/>
              <a:buChar char="●"/>
            </a:pPr>
            <a:r>
              <a:rPr lang="en-US" sz="1100">
                <a:latin typeface="Noto Sans Symbols"/>
                <a:ea typeface="Noto Sans Symbols"/>
                <a:cs typeface="Noto Sans Symbols"/>
                <a:sym typeface="Noto Sans Symbols"/>
              </a:rPr>
              <a:t>Pandas</a:t>
            </a:r>
            <a:endParaRPr sz="1100">
              <a:latin typeface="Noto Sans Symbols"/>
              <a:ea typeface="Noto Sans Symbols"/>
              <a:cs typeface="Noto Sans Symbols"/>
              <a:sym typeface="Noto Sans Symbols"/>
            </a:endParaRPr>
          </a:p>
          <a:p>
            <a:pPr indent="-298450" lvl="1" marL="914400" marR="0" rtl="0" algn="l">
              <a:lnSpc>
                <a:spcPct val="140001"/>
              </a:lnSpc>
              <a:spcBef>
                <a:spcPts val="0"/>
              </a:spcBef>
              <a:spcAft>
                <a:spcPts val="0"/>
              </a:spcAft>
              <a:buSzPts val="1100"/>
              <a:buFont typeface="Noto Sans Symbols"/>
              <a:buChar char="○"/>
            </a:pPr>
            <a:r>
              <a:rPr lang="en-US" sz="1100">
                <a:latin typeface="Noto Sans Symbols"/>
                <a:ea typeface="Noto Sans Symbols"/>
                <a:cs typeface="Noto Sans Symbols"/>
                <a:sym typeface="Noto Sans Symbols"/>
              </a:rPr>
              <a:t>For creating dataframes and data manipulation</a:t>
            </a:r>
            <a:endParaRPr sz="1100">
              <a:latin typeface="Noto Sans Symbols"/>
              <a:ea typeface="Noto Sans Symbols"/>
              <a:cs typeface="Noto Sans Symbols"/>
              <a:sym typeface="Noto Sans Symbols"/>
            </a:endParaRPr>
          </a:p>
          <a:p>
            <a:pPr indent="-298450" lvl="0" marL="457200" marR="0" rtl="0" algn="l">
              <a:lnSpc>
                <a:spcPct val="140001"/>
              </a:lnSpc>
              <a:spcBef>
                <a:spcPts val="0"/>
              </a:spcBef>
              <a:spcAft>
                <a:spcPts val="0"/>
              </a:spcAft>
              <a:buSzPts val="1100"/>
              <a:buFont typeface="Noto Sans Symbols"/>
              <a:buChar char="●"/>
            </a:pPr>
            <a:r>
              <a:rPr lang="en-US" sz="1100">
                <a:latin typeface="Noto Sans Symbols"/>
                <a:ea typeface="Noto Sans Symbols"/>
                <a:cs typeface="Noto Sans Symbols"/>
                <a:sym typeface="Noto Sans Symbols"/>
              </a:rPr>
              <a:t>Matplotlib</a:t>
            </a:r>
            <a:endParaRPr sz="1100">
              <a:latin typeface="Noto Sans Symbols"/>
              <a:ea typeface="Noto Sans Symbols"/>
              <a:cs typeface="Noto Sans Symbols"/>
              <a:sym typeface="Noto Sans Symbols"/>
            </a:endParaRPr>
          </a:p>
          <a:p>
            <a:pPr indent="-298450" lvl="1" marL="914400" marR="0" rtl="0" algn="l">
              <a:lnSpc>
                <a:spcPct val="140001"/>
              </a:lnSpc>
              <a:spcBef>
                <a:spcPts val="0"/>
              </a:spcBef>
              <a:spcAft>
                <a:spcPts val="0"/>
              </a:spcAft>
              <a:buSzPts val="1100"/>
              <a:buFont typeface="Noto Sans Symbols"/>
              <a:buChar char="○"/>
            </a:pPr>
            <a:r>
              <a:rPr lang="en-US" sz="1100">
                <a:latin typeface="Noto Sans Symbols"/>
                <a:ea typeface="Noto Sans Symbols"/>
                <a:cs typeface="Noto Sans Symbols"/>
                <a:sym typeface="Noto Sans Symbols"/>
              </a:rPr>
              <a:t>For seaborn visualization formatting</a:t>
            </a:r>
            <a:endParaRPr sz="1100">
              <a:latin typeface="Noto Sans Symbols"/>
              <a:ea typeface="Noto Sans Symbols"/>
              <a:cs typeface="Noto Sans Symbols"/>
              <a:sym typeface="Noto Sans Symbols"/>
            </a:endParaRPr>
          </a:p>
          <a:p>
            <a:pPr indent="-298450" lvl="0" marL="457200" marR="0" rtl="0" algn="l">
              <a:lnSpc>
                <a:spcPct val="140001"/>
              </a:lnSpc>
              <a:spcBef>
                <a:spcPts val="0"/>
              </a:spcBef>
              <a:spcAft>
                <a:spcPts val="0"/>
              </a:spcAft>
              <a:buSzPts val="1100"/>
              <a:buFont typeface="Noto Sans Symbols"/>
              <a:buChar char="●"/>
            </a:pPr>
            <a:r>
              <a:rPr lang="en-US" sz="1100">
                <a:latin typeface="Noto Sans Symbols"/>
                <a:ea typeface="Noto Sans Symbols"/>
                <a:cs typeface="Noto Sans Symbols"/>
                <a:sym typeface="Noto Sans Symbols"/>
              </a:rPr>
              <a:t>Seaborn</a:t>
            </a:r>
            <a:endParaRPr sz="1100">
              <a:latin typeface="Noto Sans Symbols"/>
              <a:ea typeface="Noto Sans Symbols"/>
              <a:cs typeface="Noto Sans Symbols"/>
              <a:sym typeface="Noto Sans Symbols"/>
            </a:endParaRPr>
          </a:p>
          <a:p>
            <a:pPr indent="-298450" lvl="1" marL="914400" marR="0" rtl="0" algn="l">
              <a:lnSpc>
                <a:spcPct val="140001"/>
              </a:lnSpc>
              <a:spcBef>
                <a:spcPts val="0"/>
              </a:spcBef>
              <a:spcAft>
                <a:spcPts val="0"/>
              </a:spcAft>
              <a:buSzPts val="1100"/>
              <a:buFont typeface="Noto Sans Symbols"/>
              <a:buChar char="○"/>
            </a:pPr>
            <a:r>
              <a:rPr lang="en-US" sz="1100">
                <a:latin typeface="Noto Sans Symbols"/>
                <a:ea typeface="Noto Sans Symbols"/>
                <a:cs typeface="Noto Sans Symbols"/>
                <a:sym typeface="Noto Sans Symbols"/>
              </a:rPr>
              <a:t>For visualization outputs</a:t>
            </a:r>
            <a:endParaRPr sz="1100">
              <a:latin typeface="Noto Sans Symbols"/>
              <a:ea typeface="Noto Sans Symbols"/>
              <a:cs typeface="Noto Sans Symbols"/>
              <a:sym typeface="Noto Sans Symbols"/>
            </a:endParaRPr>
          </a:p>
          <a:p>
            <a:pPr indent="-298450" lvl="0" marL="457200" marR="0" rtl="0" algn="l">
              <a:lnSpc>
                <a:spcPct val="140001"/>
              </a:lnSpc>
              <a:spcBef>
                <a:spcPts val="0"/>
              </a:spcBef>
              <a:spcAft>
                <a:spcPts val="0"/>
              </a:spcAft>
              <a:buSzPts val="1100"/>
              <a:buFont typeface="Noto Sans Symbols"/>
              <a:buChar char="●"/>
            </a:pPr>
            <a:r>
              <a:rPr lang="en-US" sz="1100">
                <a:latin typeface="Noto Sans Symbols"/>
                <a:ea typeface="Noto Sans Symbols"/>
                <a:cs typeface="Noto Sans Symbols"/>
                <a:sym typeface="Noto Sans Symbols"/>
              </a:rPr>
              <a:t>scipy </a:t>
            </a:r>
            <a:endParaRPr sz="1100">
              <a:latin typeface="Noto Sans Symbols"/>
              <a:ea typeface="Noto Sans Symbols"/>
              <a:cs typeface="Noto Sans Symbols"/>
              <a:sym typeface="Noto Sans Symbols"/>
            </a:endParaRPr>
          </a:p>
          <a:p>
            <a:pPr indent="-298450" lvl="1" marL="914400" marR="0" rtl="0" algn="l">
              <a:lnSpc>
                <a:spcPct val="140001"/>
              </a:lnSpc>
              <a:spcBef>
                <a:spcPts val="0"/>
              </a:spcBef>
              <a:spcAft>
                <a:spcPts val="0"/>
              </a:spcAft>
              <a:buSzPts val="1100"/>
              <a:buFont typeface="Noto Sans Symbols"/>
              <a:buChar char="○"/>
            </a:pPr>
            <a:r>
              <a:rPr lang="en-US" sz="1100">
                <a:latin typeface="Noto Sans Symbols"/>
                <a:ea typeface="Noto Sans Symbols"/>
                <a:cs typeface="Noto Sans Symbols"/>
                <a:sym typeface="Noto Sans Symbols"/>
              </a:rPr>
              <a:t>For hypothesis testing</a:t>
            </a:r>
            <a:br>
              <a:rPr lang="en-US" sz="1100" u="sng">
                <a:latin typeface="Noto Sans Symbols"/>
                <a:ea typeface="Noto Sans Symbols"/>
                <a:cs typeface="Noto Sans Symbols"/>
                <a:sym typeface="Noto Sans Symbols"/>
              </a:rPr>
            </a:br>
            <a:endParaRPr b="0" i="0" sz="1100" u="sng" cap="none" strike="noStrike">
              <a:solidFill>
                <a:srgbClr val="000000"/>
              </a:solidFill>
              <a:latin typeface="Noto Sans Symbols"/>
              <a:ea typeface="Noto Sans Symbols"/>
              <a:cs typeface="Noto Sans Symbols"/>
              <a:sym typeface="Noto Sans Symbol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19"/>
          <p:cNvSpPr txBox="1"/>
          <p:nvPr>
            <p:ph type="title"/>
          </p:nvPr>
        </p:nvSpPr>
        <p:spPr>
          <a:xfrm>
            <a:off x="2348095" y="2042550"/>
            <a:ext cx="4447800" cy="105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US" sz="3600">
                <a:latin typeface="Caveat"/>
                <a:ea typeface="Caveat"/>
                <a:cs typeface="Caveat"/>
                <a:sym typeface="Caveat"/>
              </a:rPr>
              <a:t>Thank You</a:t>
            </a:r>
            <a:endParaRPr sz="3600">
              <a:latin typeface="Caveat"/>
              <a:ea typeface="Caveat"/>
              <a:cs typeface="Caveat"/>
              <a:sym typeface="Caveat"/>
            </a:endParaRPr>
          </a:p>
          <a:p>
            <a:pPr indent="0" lvl="0" marL="0" rtl="0" algn="ctr">
              <a:spcBef>
                <a:spcPts val="0"/>
              </a:spcBef>
              <a:spcAft>
                <a:spcPts val="0"/>
              </a:spcAft>
              <a:buNone/>
            </a:pPr>
            <a:r>
              <a:rPr lang="en-US" sz="3600">
                <a:latin typeface="Caveat"/>
                <a:ea typeface="Caveat"/>
                <a:cs typeface="Caveat"/>
                <a:sym typeface="Caveat"/>
              </a:rPr>
              <a:t>Are there any Questions</a:t>
            </a:r>
            <a:endParaRPr sz="3600">
              <a:latin typeface="Caveat"/>
              <a:ea typeface="Caveat"/>
              <a:cs typeface="Caveat"/>
              <a:sym typeface="Caveat"/>
            </a:endParaRPr>
          </a:p>
        </p:txBody>
      </p:sp>
      <p:sp>
        <p:nvSpPr>
          <p:cNvPr id="323" name="Google Shape;323;p19"/>
          <p:cNvSpPr txBox="1"/>
          <p:nvPr/>
        </p:nvSpPr>
        <p:spPr>
          <a:xfrm>
            <a:off x="0" y="25200"/>
            <a:ext cx="2181900" cy="67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US" sz="1700" u="sng">
                <a:latin typeface="Caveat"/>
                <a:ea typeface="Caveat"/>
                <a:cs typeface="Caveat"/>
                <a:sym typeface="Caveat"/>
              </a:rPr>
              <a:t>Ramogi Mukisa Lore</a:t>
            </a:r>
            <a:endParaRPr i="1" sz="1700" u="sng">
              <a:latin typeface="Caveat"/>
              <a:ea typeface="Caveat"/>
              <a:cs typeface="Caveat"/>
              <a:sym typeface="Caveat"/>
            </a:endParaRPr>
          </a:p>
          <a:p>
            <a:pPr indent="0" lvl="0" marL="0" rtl="0" algn="ctr">
              <a:spcBef>
                <a:spcPts val="0"/>
              </a:spcBef>
              <a:spcAft>
                <a:spcPts val="0"/>
              </a:spcAft>
              <a:buNone/>
            </a:pPr>
            <a:r>
              <a:rPr i="1" lang="en-US" sz="1700" u="sng">
                <a:latin typeface="Caveat"/>
                <a:ea typeface="Caveat"/>
                <a:cs typeface="Caveat"/>
                <a:sym typeface="Caveat"/>
              </a:rPr>
              <a:t>188454</a:t>
            </a:r>
            <a:endParaRPr i="1" sz="1700" u="sng">
              <a:latin typeface="Caveat"/>
              <a:ea typeface="Caveat"/>
              <a:cs typeface="Caveat"/>
              <a:sym typeface="Caveat"/>
            </a:endParaRPr>
          </a:p>
        </p:txBody>
      </p:sp>
    </p:spTree>
  </p:cSld>
  <p:clrMapOvr>
    <a:masterClrMapping/>
  </p:clrMapOvr>
</p:sld>
</file>

<file path=ppt/theme/theme1.xml><?xml version="1.0" encoding="utf-8"?>
<a:theme xmlns:a="http://schemas.openxmlformats.org/drawingml/2006/main" xmlns:r="http://schemas.openxmlformats.org/officeDocument/2006/relationships" name="Multimedia Software Pitch Deck by Slidesgo">
  <a:themeElements>
    <a:clrScheme name="Simple Light">
      <a:dk1>
        <a:srgbClr val="35363B"/>
      </a:dk1>
      <a:lt1>
        <a:srgbClr val="F3F3F3"/>
      </a:lt1>
      <a:dk2>
        <a:srgbClr val="D9DDE3"/>
      </a:dk2>
      <a:lt2>
        <a:srgbClr val="BA0034"/>
      </a:lt2>
      <a:accent1>
        <a:srgbClr val="F8B85E"/>
      </a:accent1>
      <a:accent2>
        <a:srgbClr val="34909D"/>
      </a:accent2>
      <a:accent3>
        <a:srgbClr val="55C0ED"/>
      </a:accent3>
      <a:accent4>
        <a:srgbClr val="6F7082"/>
      </a:accent4>
      <a:accent5>
        <a:srgbClr val="CED0D6"/>
      </a:accent5>
      <a:accent6>
        <a:srgbClr val="42444F"/>
      </a:accent6>
      <a:hlink>
        <a:srgbClr val="35363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